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24"/>
  </p:notesMasterIdLst>
  <p:sldIdLst>
    <p:sldId id="256" r:id="rId2"/>
    <p:sldId id="293" r:id="rId3"/>
    <p:sldId id="257" r:id="rId4"/>
    <p:sldId id="259" r:id="rId5"/>
    <p:sldId id="298" r:id="rId6"/>
    <p:sldId id="297" r:id="rId7"/>
    <p:sldId id="300" r:id="rId8"/>
    <p:sldId id="299" r:id="rId9"/>
    <p:sldId id="274" r:id="rId10"/>
    <p:sldId id="262" r:id="rId11"/>
    <p:sldId id="294" r:id="rId12"/>
    <p:sldId id="296" r:id="rId13"/>
    <p:sldId id="301" r:id="rId14"/>
    <p:sldId id="305" r:id="rId15"/>
    <p:sldId id="275" r:id="rId16"/>
    <p:sldId id="306" r:id="rId17"/>
    <p:sldId id="307" r:id="rId18"/>
    <p:sldId id="303" r:id="rId19"/>
    <p:sldId id="304" r:id="rId20"/>
    <p:sldId id="308" r:id="rId21"/>
    <p:sldId id="309" r:id="rId22"/>
    <p:sldId id="310" r:id="rId23"/>
  </p:sldIdLst>
  <p:sldSz cx="18288000" cy="10287000"/>
  <p:notesSz cx="6858000" cy="9144000"/>
  <p:embeddedFontLs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Raleway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D4C"/>
    <a:srgbClr val="0054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>
        <p:scale>
          <a:sx n="50" d="100"/>
          <a:sy n="50" d="100"/>
        </p:scale>
        <p:origin x="89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B597F841-5995-B62F-4A97-0EE3D32B9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:notes">
            <a:extLst>
              <a:ext uri="{FF2B5EF4-FFF2-40B4-BE49-F238E27FC236}">
                <a16:creationId xmlns:a16="http://schemas.microsoft.com/office/drawing/2014/main" id="{7E88594E-AF55-9D94-5CED-371345C54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:notes">
            <a:extLst>
              <a:ext uri="{FF2B5EF4-FFF2-40B4-BE49-F238E27FC236}">
                <a16:creationId xmlns:a16="http://schemas.microsoft.com/office/drawing/2014/main" id="{DC8AA65F-8F3A-4B54-D4E0-A7E953FF0D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7622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50BE1A03-4C43-EE82-C2E3-842886136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:notes">
            <a:extLst>
              <a:ext uri="{FF2B5EF4-FFF2-40B4-BE49-F238E27FC236}">
                <a16:creationId xmlns:a16="http://schemas.microsoft.com/office/drawing/2014/main" id="{15C44AA7-7F4B-F0B6-35AA-54AC43B2F7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7:notes">
            <a:extLst>
              <a:ext uri="{FF2B5EF4-FFF2-40B4-BE49-F238E27FC236}">
                <a16:creationId xmlns:a16="http://schemas.microsoft.com/office/drawing/2014/main" id="{D6D3055A-7F3E-E3A1-38AC-CCA9ACB52A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7018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3F31A5D4-AF5F-66AF-2B06-5F8E6238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C337A1E1-5B70-E962-095B-FF3A9B6733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12053307-3A08-2CE2-1C8C-8F3479E6BA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169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4A247F4C-8E14-BE7B-F39D-0CAF7D82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A70160BD-2AEA-25B2-0993-F101A09C1C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BC362F24-0EAE-5807-98F0-AAEDEE0DDE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5008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A81A2DA7-1AFD-8DC0-7DA0-BD79C512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3D14E092-AF26-CB54-B045-2006929205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83546DD2-CF36-7FFF-7CB8-21B534128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5637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23BBA80D-157A-9A9E-2E01-07FA1ABE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39BA2F49-98C3-AD85-8663-B0B8A30DB6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7F16E72C-4F7C-A8FA-AB6D-8907E6CB46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4383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7C712A15-E519-A02B-CEA9-0974E1204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24A1BC3A-9EE0-D917-F7B9-3D5E61C7A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DA605901-C0A9-E923-F4D0-787497EF5E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3865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B6936C76-BD3E-8DC1-8001-72BEE33FA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0F5BC216-5961-E655-7082-7423D56504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BC556C4E-DBED-9BEB-10CF-AA0F3C377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9120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697D42BE-DB9C-1D75-A1A9-1A196465A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747990CA-86A7-0FEE-D251-C8B0D411F0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AFA723F2-A37E-0508-2020-9B9307E5D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2370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6CB73CF1-BF46-1254-2D49-A94DAB4EA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69436113-55B3-F3F8-6029-9F1CCCD61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1AF197DD-383D-EAC6-7561-1A51600C6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7037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2E6A1931-36C9-ECC9-DCB2-4BA9A4A61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F1EED26E-5E11-70AF-293F-7B6B724CC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444422E1-4E31-8EE6-6AF4-26DC2A748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2392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45A2BFD7-FCD7-1807-CEBB-077D0D64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AFC35ECD-5E40-CFF6-5E67-D9B2D271ED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143D1B4A-00CE-43D8-561E-B20CC0559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51016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03C71860-4506-79D1-B045-4C6DB8B79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7ECF4879-9670-70C3-B036-C8BE63A1F6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F5CF82CC-C0CB-C6DD-BFCA-14BB0DD987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93457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280452BF-3143-EFDC-36CB-8A342BA13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0A48B48B-F198-762F-C418-DF77D983C8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2148E635-C67F-BE55-D7BA-E0D8219F7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38670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C434890C-EE21-75DF-8084-C28176848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E21C0570-4ED1-49CF-5AA5-8A0723494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D1C19F53-F69A-3071-8E21-815D1B8CAE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17800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E59ACC21-AF08-91DE-38B1-CEFF919F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E11ED658-2FB8-DD19-3434-D1A28BC27D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3EF18A01-04D4-2C92-B3CC-F881AFFD72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98178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D730DD17-5F9E-7EAE-68A7-2B8FB2C83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5BA17C6E-ABA9-E849-5C9B-EE9A79958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F43DF71E-8505-890E-3175-5EED654AEB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1897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>
          <a:extLst>
            <a:ext uri="{FF2B5EF4-FFF2-40B4-BE49-F238E27FC236}">
              <a16:creationId xmlns:a16="http://schemas.microsoft.com/office/drawing/2014/main" id="{618C420D-933F-8A9E-78C4-72C64FFAA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:notes">
            <a:extLst>
              <a:ext uri="{FF2B5EF4-FFF2-40B4-BE49-F238E27FC236}">
                <a16:creationId xmlns:a16="http://schemas.microsoft.com/office/drawing/2014/main" id="{F2C341A0-19C9-E3C5-9CD1-89509319B8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3:notes">
            <a:extLst>
              <a:ext uri="{FF2B5EF4-FFF2-40B4-BE49-F238E27FC236}">
                <a16:creationId xmlns:a16="http://schemas.microsoft.com/office/drawing/2014/main" id="{9F63C798-8ED9-84C4-C6BE-C456F9CFA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201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4849175" y="4684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0" y="432642"/>
            <a:ext cx="7948800" cy="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8" name="Google Shape;38;p4"/>
          <p:cNvGrpSpPr/>
          <p:nvPr/>
        </p:nvGrpSpPr>
        <p:grpSpPr>
          <a:xfrm>
            <a:off x="896574" y="112738"/>
            <a:ext cx="1871799" cy="639836"/>
            <a:chOff x="-39" y="0"/>
            <a:chExt cx="2495732" cy="853115"/>
          </a:xfrm>
        </p:grpSpPr>
        <p:grpSp>
          <p:nvGrpSpPr>
            <p:cNvPr id="39" name="Google Shape;39;p4"/>
            <p:cNvGrpSpPr/>
            <p:nvPr/>
          </p:nvGrpSpPr>
          <p:grpSpPr>
            <a:xfrm rot="5400000">
              <a:off x="-39" y="0"/>
              <a:ext cx="853115" cy="853115"/>
              <a:chOff x="0" y="0"/>
              <a:chExt cx="812800" cy="812800"/>
            </a:xfrm>
          </p:grpSpPr>
          <p:sp>
            <p:nvSpPr>
              <p:cNvPr id="40" name="Google Shape;40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" name="Google Shape;42;p4"/>
            <p:cNvGrpSpPr/>
            <p:nvPr/>
          </p:nvGrpSpPr>
          <p:grpSpPr>
            <a:xfrm rot="5400000">
              <a:off x="1105025" y="91998"/>
              <a:ext cx="669097" cy="669097"/>
              <a:chOff x="0" y="0"/>
              <a:chExt cx="812800" cy="812800"/>
            </a:xfrm>
          </p:grpSpPr>
          <p:sp>
            <p:nvSpPr>
              <p:cNvPr id="43" name="Google Shape;43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4"/>
            <p:cNvGrpSpPr/>
            <p:nvPr/>
          </p:nvGrpSpPr>
          <p:grpSpPr>
            <a:xfrm rot="5400000">
              <a:off x="2026057" y="191735"/>
              <a:ext cx="469636" cy="469636"/>
              <a:chOff x="0" y="0"/>
              <a:chExt cx="812800" cy="812800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4"/>
              <p:cNvSpPr txBox="1"/>
              <p:nvPr/>
            </p:nvSpPr>
            <p:spPr>
              <a:xfrm>
                <a:off x="76200" y="19050"/>
                <a:ext cx="660300" cy="71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" name="Google Shape;48;p4"/>
          <p:cNvGrpSpPr/>
          <p:nvPr/>
        </p:nvGrpSpPr>
        <p:grpSpPr>
          <a:xfrm rot="5400000">
            <a:off x="7796331" y="256540"/>
            <a:ext cx="352186" cy="352186"/>
            <a:chOff x="0" y="0"/>
            <a:chExt cx="812800" cy="812800"/>
          </a:xfrm>
        </p:grpSpPr>
        <p:sp>
          <p:nvSpPr>
            <p:cNvPr id="49" name="Google Shape;49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1;p4"/>
          <p:cNvGrpSpPr/>
          <p:nvPr/>
        </p:nvGrpSpPr>
        <p:grpSpPr>
          <a:xfrm>
            <a:off x="15618305" y="1655"/>
            <a:ext cx="2137519" cy="475425"/>
            <a:chOff x="30956" y="22078"/>
            <a:chExt cx="2850026" cy="633900"/>
          </a:xfrm>
        </p:grpSpPr>
        <p:cxnSp>
          <p:nvCxnSpPr>
            <p:cNvPr id="52" name="Google Shape;52;p4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53;p4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54;p4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Google Shape;55;p4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" name="Google Shape;56;p4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" name="Google Shape;57;p4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58;p4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9" name="Google Shape;59;p4"/>
          <p:cNvGrpSpPr/>
          <p:nvPr/>
        </p:nvGrpSpPr>
        <p:grpSpPr>
          <a:xfrm rot="5400000">
            <a:off x="-814388" y="7426213"/>
            <a:ext cx="2137520" cy="475425"/>
            <a:chOff x="30956" y="22078"/>
            <a:chExt cx="2850026" cy="633900"/>
          </a:xfrm>
        </p:grpSpPr>
        <p:cxnSp>
          <p:nvCxnSpPr>
            <p:cNvPr id="60" name="Google Shape;60;p4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1" name="Google Shape;61;p4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4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63;p4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64;p4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65;p4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66;p4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 txBox="1">
            <a:spLocks noGrp="1"/>
          </p:cNvSpPr>
          <p:nvPr>
            <p:ph type="body" idx="1"/>
          </p:nvPr>
        </p:nvSpPr>
        <p:spPr>
          <a:xfrm>
            <a:off x="5036213" y="684668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sz="900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70" name="Google Shape;7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328799" y="6229971"/>
            <a:ext cx="998450" cy="9648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5"/>
          <p:cNvCxnSpPr/>
          <p:nvPr/>
        </p:nvCxnSpPr>
        <p:spPr>
          <a:xfrm rot="10800000">
            <a:off x="708796" y="5308800"/>
            <a:ext cx="0" cy="497820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2" name="Google Shape;72;p5"/>
          <p:cNvGrpSpPr/>
          <p:nvPr/>
        </p:nvGrpSpPr>
        <p:grpSpPr>
          <a:xfrm>
            <a:off x="388893" y="9258300"/>
            <a:ext cx="639836" cy="639836"/>
            <a:chOff x="0" y="0"/>
            <a:chExt cx="812800" cy="812800"/>
          </a:xfrm>
        </p:grpSpPr>
        <p:sp>
          <p:nvSpPr>
            <p:cNvPr id="73" name="Google Shape;73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" name="Google Shape;75;p5"/>
          <p:cNvGrpSpPr/>
          <p:nvPr/>
        </p:nvGrpSpPr>
        <p:grpSpPr>
          <a:xfrm>
            <a:off x="457891" y="8567516"/>
            <a:ext cx="501823" cy="501823"/>
            <a:chOff x="0" y="0"/>
            <a:chExt cx="812800" cy="812800"/>
          </a:xfrm>
        </p:grpSpPr>
        <p:sp>
          <p:nvSpPr>
            <p:cNvPr id="76" name="Google Shape;76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" name="Google Shape;78;p5"/>
          <p:cNvGrpSpPr/>
          <p:nvPr/>
        </p:nvGrpSpPr>
        <p:grpSpPr>
          <a:xfrm>
            <a:off x="532694" y="8026338"/>
            <a:ext cx="352186" cy="352186"/>
            <a:chOff x="0" y="0"/>
            <a:chExt cx="812800" cy="812800"/>
          </a:xfrm>
        </p:grpSpPr>
        <p:sp>
          <p:nvSpPr>
            <p:cNvPr id="79" name="Google Shape;79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81;p5"/>
          <p:cNvGrpSpPr/>
          <p:nvPr/>
        </p:nvGrpSpPr>
        <p:grpSpPr>
          <a:xfrm>
            <a:off x="532694" y="4967398"/>
            <a:ext cx="352186" cy="352186"/>
            <a:chOff x="0" y="0"/>
            <a:chExt cx="812800" cy="812800"/>
          </a:xfrm>
        </p:grpSpPr>
        <p:sp>
          <p:nvSpPr>
            <p:cNvPr id="82" name="Google Shape;82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84;p5"/>
          <p:cNvGrpSpPr/>
          <p:nvPr/>
        </p:nvGrpSpPr>
        <p:grpSpPr>
          <a:xfrm>
            <a:off x="13473339" y="9749080"/>
            <a:ext cx="2137519" cy="475425"/>
            <a:chOff x="30956" y="22078"/>
            <a:chExt cx="2850026" cy="633900"/>
          </a:xfrm>
        </p:grpSpPr>
        <p:cxnSp>
          <p:nvCxnSpPr>
            <p:cNvPr id="85" name="Google Shape;85;p5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5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5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p5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5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p5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p5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92" name="Google Shape;92;p5"/>
          <p:cNvGrpSpPr/>
          <p:nvPr/>
        </p:nvGrpSpPr>
        <p:grpSpPr>
          <a:xfrm>
            <a:off x="15590579" y="9749080"/>
            <a:ext cx="2137519" cy="475425"/>
            <a:chOff x="30956" y="22078"/>
            <a:chExt cx="2850026" cy="633900"/>
          </a:xfrm>
        </p:grpSpPr>
        <p:cxnSp>
          <p:nvCxnSpPr>
            <p:cNvPr id="93" name="Google Shape;93;p5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94;p5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" name="Google Shape;95;p5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5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5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5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p5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6"/>
          <p:cNvSpPr txBox="1">
            <a:spLocks noGrp="1"/>
          </p:cNvSpPr>
          <p:nvPr>
            <p:ph type="body" idx="1"/>
          </p:nvPr>
        </p:nvSpPr>
        <p:spPr>
          <a:xfrm>
            <a:off x="3287925" y="4703850"/>
            <a:ext cx="5747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6"/>
          <p:cNvSpPr txBox="1">
            <a:spLocks noGrp="1"/>
          </p:cNvSpPr>
          <p:nvPr>
            <p:ph type="body" idx="2"/>
          </p:nvPr>
        </p:nvSpPr>
        <p:spPr>
          <a:xfrm>
            <a:off x="9252368" y="4703850"/>
            <a:ext cx="5747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pic>
        <p:nvPicPr>
          <p:cNvPr id="104" name="Google Shape;10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675949" y="2808650"/>
            <a:ext cx="1084775" cy="10541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6"/>
          <p:cNvCxnSpPr/>
          <p:nvPr/>
        </p:nvCxnSpPr>
        <p:spPr>
          <a:xfrm rot="10800000">
            <a:off x="17579204" y="2400271"/>
            <a:ext cx="0" cy="807240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6" name="Google Shape;106;p6"/>
          <p:cNvGrpSpPr/>
          <p:nvPr/>
        </p:nvGrpSpPr>
        <p:grpSpPr>
          <a:xfrm>
            <a:off x="17328298" y="8753186"/>
            <a:ext cx="501823" cy="501823"/>
            <a:chOff x="0" y="0"/>
            <a:chExt cx="812800" cy="812800"/>
          </a:xfrm>
        </p:grpSpPr>
        <p:sp>
          <p:nvSpPr>
            <p:cNvPr id="107" name="Google Shape;107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6"/>
          <p:cNvGrpSpPr/>
          <p:nvPr/>
        </p:nvGrpSpPr>
        <p:grpSpPr>
          <a:xfrm>
            <a:off x="17403101" y="8212008"/>
            <a:ext cx="352186" cy="352186"/>
            <a:chOff x="0" y="0"/>
            <a:chExt cx="812800" cy="812800"/>
          </a:xfrm>
        </p:grpSpPr>
        <p:sp>
          <p:nvSpPr>
            <p:cNvPr id="110" name="Google Shape;110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6"/>
          <p:cNvGrpSpPr/>
          <p:nvPr/>
        </p:nvGrpSpPr>
        <p:grpSpPr>
          <a:xfrm>
            <a:off x="17403101" y="2048096"/>
            <a:ext cx="352186" cy="352186"/>
            <a:chOff x="0" y="0"/>
            <a:chExt cx="812800" cy="812800"/>
          </a:xfrm>
        </p:grpSpPr>
        <p:sp>
          <p:nvSpPr>
            <p:cNvPr id="113" name="Google Shape;113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6"/>
          <p:cNvGrpSpPr/>
          <p:nvPr/>
        </p:nvGrpSpPr>
        <p:grpSpPr>
          <a:xfrm rot="5400000">
            <a:off x="-814388" y="2570955"/>
            <a:ext cx="2137520" cy="475425"/>
            <a:chOff x="30956" y="22078"/>
            <a:chExt cx="2850026" cy="633900"/>
          </a:xfrm>
        </p:grpSpPr>
        <p:cxnSp>
          <p:nvCxnSpPr>
            <p:cNvPr id="116" name="Google Shape;116;p6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" name="Google Shape;117;p6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" name="Google Shape;118;p6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Google Shape;119;p6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" name="Google Shape;120;p6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" name="Google Shape;121;p6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" name="Google Shape;122;p6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7"/>
          <p:cNvSpPr txBox="1">
            <a:spLocks noGrp="1"/>
          </p:cNvSpPr>
          <p:nvPr>
            <p:ph type="body" idx="1"/>
          </p:nvPr>
        </p:nvSpPr>
        <p:spPr>
          <a:xfrm>
            <a:off x="2736702" y="4829575"/>
            <a:ext cx="6151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7"/>
          <p:cNvSpPr txBox="1">
            <a:spLocks noGrp="1"/>
          </p:cNvSpPr>
          <p:nvPr>
            <p:ph type="body" idx="2"/>
          </p:nvPr>
        </p:nvSpPr>
        <p:spPr>
          <a:xfrm>
            <a:off x="9113693" y="4829575"/>
            <a:ext cx="6154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pic>
        <p:nvPicPr>
          <p:cNvPr id="127" name="Google Shape;12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966525" y="8392049"/>
            <a:ext cx="2182800" cy="127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050" y="446410"/>
            <a:ext cx="387650" cy="19321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7"/>
          <p:cNvGrpSpPr/>
          <p:nvPr/>
        </p:nvGrpSpPr>
        <p:grpSpPr>
          <a:xfrm>
            <a:off x="14966537" y="204792"/>
            <a:ext cx="2137519" cy="475425"/>
            <a:chOff x="30956" y="22078"/>
            <a:chExt cx="2850026" cy="633900"/>
          </a:xfrm>
        </p:grpSpPr>
        <p:cxnSp>
          <p:nvCxnSpPr>
            <p:cNvPr id="130" name="Google Shape;130;p7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1" name="Google Shape;131;p7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2" name="Google Shape;132;p7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3" name="Google Shape;133;p7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4" name="Google Shape;134;p7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5" name="Google Shape;135;p7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6" name="Google Shape;136;p7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37" name="Google Shape;137;p7"/>
          <p:cNvGrpSpPr/>
          <p:nvPr/>
        </p:nvGrpSpPr>
        <p:grpSpPr>
          <a:xfrm>
            <a:off x="17083777" y="204792"/>
            <a:ext cx="2137519" cy="475425"/>
            <a:chOff x="30956" y="22078"/>
            <a:chExt cx="2850026" cy="633900"/>
          </a:xfrm>
        </p:grpSpPr>
        <p:cxnSp>
          <p:nvCxnSpPr>
            <p:cNvPr id="138" name="Google Shape;138;p7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9" name="Google Shape;139;p7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0" name="Google Shape;140;p7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1" name="Google Shape;141;p7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2" name="Google Shape;142;p7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3" name="Google Shape;143;p7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4" name="Google Shape;144;p7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47" name="Google Shape;147;p8"/>
          <p:cNvCxnSpPr/>
          <p:nvPr/>
        </p:nvCxnSpPr>
        <p:spPr>
          <a:xfrm rot="10800000">
            <a:off x="17259300" y="727500"/>
            <a:ext cx="0" cy="955950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8" name="Google Shape;148;p8"/>
          <p:cNvGrpSpPr/>
          <p:nvPr/>
        </p:nvGrpSpPr>
        <p:grpSpPr>
          <a:xfrm>
            <a:off x="16939396" y="9258300"/>
            <a:ext cx="639836" cy="639836"/>
            <a:chOff x="0" y="0"/>
            <a:chExt cx="812800" cy="812800"/>
          </a:xfrm>
        </p:grpSpPr>
        <p:sp>
          <p:nvSpPr>
            <p:cNvPr id="149" name="Google Shape;149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8"/>
          <p:cNvGrpSpPr/>
          <p:nvPr/>
        </p:nvGrpSpPr>
        <p:grpSpPr>
          <a:xfrm>
            <a:off x="17008395" y="8567516"/>
            <a:ext cx="501823" cy="501823"/>
            <a:chOff x="0" y="0"/>
            <a:chExt cx="812800" cy="812800"/>
          </a:xfrm>
        </p:grpSpPr>
        <p:sp>
          <p:nvSpPr>
            <p:cNvPr id="152" name="Google Shape;152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17083198" y="8026338"/>
            <a:ext cx="352186" cy="352186"/>
            <a:chOff x="0" y="0"/>
            <a:chExt cx="812800" cy="812800"/>
          </a:xfrm>
        </p:grpSpPr>
        <p:sp>
          <p:nvSpPr>
            <p:cNvPr id="155" name="Google Shape;155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8"/>
          <p:cNvGrpSpPr/>
          <p:nvPr/>
        </p:nvGrpSpPr>
        <p:grpSpPr>
          <a:xfrm>
            <a:off x="17083198" y="551385"/>
            <a:ext cx="352186" cy="352186"/>
            <a:chOff x="0" y="0"/>
            <a:chExt cx="812800" cy="812800"/>
          </a:xfrm>
        </p:grpSpPr>
        <p:sp>
          <p:nvSpPr>
            <p:cNvPr id="158" name="Google Shape;158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 txBox="1"/>
            <p:nvPr/>
          </p:nvSpPr>
          <p:spPr>
            <a:xfrm>
              <a:off x="76200" y="19050"/>
              <a:ext cx="6603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8"/>
          <p:cNvGrpSpPr/>
          <p:nvPr/>
        </p:nvGrpSpPr>
        <p:grpSpPr>
          <a:xfrm>
            <a:off x="1051917" y="9744609"/>
            <a:ext cx="2137520" cy="475425"/>
            <a:chOff x="30956" y="22078"/>
            <a:chExt cx="2850026" cy="633900"/>
          </a:xfrm>
        </p:grpSpPr>
        <p:cxnSp>
          <p:nvCxnSpPr>
            <p:cNvPr id="161" name="Google Shape;161;p8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2" name="Google Shape;162;p8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3" name="Google Shape;163;p8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4" name="Google Shape;164;p8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8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6" name="Google Shape;166;p8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7" name="Google Shape;167;p8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68" name="Google Shape;16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8475" y="4572470"/>
            <a:ext cx="765300" cy="741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>
            <a:spLocks noGrp="1"/>
          </p:cNvSpPr>
          <p:nvPr>
            <p:ph type="body" idx="1"/>
          </p:nvPr>
        </p:nvSpPr>
        <p:spPr>
          <a:xfrm>
            <a:off x="9298225" y="4762625"/>
            <a:ext cx="5487000" cy="4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9"/>
          <p:cNvSpPr txBox="1">
            <a:spLocks noGrp="1"/>
          </p:cNvSpPr>
          <p:nvPr>
            <p:ph type="body" idx="2"/>
          </p:nvPr>
        </p:nvSpPr>
        <p:spPr>
          <a:xfrm>
            <a:off x="3502775" y="4870600"/>
            <a:ext cx="55998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9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sz="900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73" name="Google Shape;17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193897" y="7776771"/>
            <a:ext cx="849975" cy="825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025" y="3135975"/>
            <a:ext cx="1551975" cy="1917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9"/>
          <p:cNvGrpSpPr/>
          <p:nvPr/>
        </p:nvGrpSpPr>
        <p:grpSpPr>
          <a:xfrm>
            <a:off x="2765041" y="9794917"/>
            <a:ext cx="2137519" cy="475425"/>
            <a:chOff x="30956" y="22078"/>
            <a:chExt cx="2850026" cy="633900"/>
          </a:xfrm>
        </p:grpSpPr>
        <p:cxnSp>
          <p:nvCxnSpPr>
            <p:cNvPr id="176" name="Google Shape;176;p9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7" name="Google Shape;177;p9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8" name="Google Shape;178;p9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9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9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9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9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83" name="Google Shape;183;p9"/>
          <p:cNvGrpSpPr/>
          <p:nvPr/>
        </p:nvGrpSpPr>
        <p:grpSpPr>
          <a:xfrm>
            <a:off x="4882281" y="9794917"/>
            <a:ext cx="2137520" cy="475425"/>
            <a:chOff x="30956" y="22078"/>
            <a:chExt cx="2850026" cy="633900"/>
          </a:xfrm>
        </p:grpSpPr>
        <p:cxnSp>
          <p:nvCxnSpPr>
            <p:cNvPr id="184" name="Google Shape;184;p9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5" name="Google Shape;185;p9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6" name="Google Shape;186;p9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7" name="Google Shape;187;p9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" name="Google Shape;188;p9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9" name="Google Shape;189;p9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0" name="Google Shape;190;p9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>
            <a:spLocks noGrp="1"/>
          </p:cNvSpPr>
          <p:nvPr>
            <p:ph type="pic" idx="2"/>
          </p:nvPr>
        </p:nvSpPr>
        <p:spPr>
          <a:xfrm>
            <a:off x="11032673" y="5005500"/>
            <a:ext cx="4678500" cy="3509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10"/>
          <p:cNvSpPr txBox="1">
            <a:spLocks noGrp="1"/>
          </p:cNvSpPr>
          <p:nvPr>
            <p:ph type="body" idx="1"/>
          </p:nvPr>
        </p:nvSpPr>
        <p:spPr>
          <a:xfrm>
            <a:off x="2436438" y="46450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0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sz="900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95" name="Google Shape;195;p10"/>
          <p:cNvGrpSpPr/>
          <p:nvPr/>
        </p:nvGrpSpPr>
        <p:grpSpPr>
          <a:xfrm>
            <a:off x="9265984" y="8920941"/>
            <a:ext cx="2137520" cy="475425"/>
            <a:chOff x="30956" y="22078"/>
            <a:chExt cx="2850026" cy="633900"/>
          </a:xfrm>
        </p:grpSpPr>
        <p:cxnSp>
          <p:nvCxnSpPr>
            <p:cNvPr id="196" name="Google Shape;196;p10"/>
            <p:cNvCxnSpPr/>
            <p:nvPr/>
          </p:nvCxnSpPr>
          <p:spPr>
            <a:xfrm rot="10800000" flipH="1">
              <a:off x="30956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7" name="Google Shape;197;p10"/>
            <p:cNvCxnSpPr/>
            <p:nvPr/>
          </p:nvCxnSpPr>
          <p:spPr>
            <a:xfrm rot="10800000" flipH="1">
              <a:off x="430160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" name="Google Shape;198;p10"/>
            <p:cNvCxnSpPr/>
            <p:nvPr/>
          </p:nvCxnSpPr>
          <p:spPr>
            <a:xfrm rot="10800000" flipH="1">
              <a:off x="829364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9" name="Google Shape;199;p10"/>
            <p:cNvCxnSpPr/>
            <p:nvPr/>
          </p:nvCxnSpPr>
          <p:spPr>
            <a:xfrm rot="10800000" flipH="1">
              <a:off x="1228569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0" name="Google Shape;200;p10"/>
            <p:cNvCxnSpPr/>
            <p:nvPr/>
          </p:nvCxnSpPr>
          <p:spPr>
            <a:xfrm rot="10800000" flipH="1">
              <a:off x="1627773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1" name="Google Shape;201;p10"/>
            <p:cNvCxnSpPr/>
            <p:nvPr/>
          </p:nvCxnSpPr>
          <p:spPr>
            <a:xfrm rot="10800000" flipH="1">
              <a:off x="2026977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2" name="Google Shape;202;p10"/>
            <p:cNvCxnSpPr/>
            <p:nvPr/>
          </p:nvCxnSpPr>
          <p:spPr>
            <a:xfrm rot="10800000" flipH="1">
              <a:off x="2426182" y="22078"/>
              <a:ext cx="454800" cy="633900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03" name="Google Shape;20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381501" y="2267600"/>
            <a:ext cx="822075" cy="798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525" y="7990676"/>
            <a:ext cx="352175" cy="1766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787100" y="1320475"/>
            <a:ext cx="1471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0"/>
              <a:buFont typeface="Montserrat"/>
              <a:buNone/>
              <a:defRPr sz="900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849175" y="4684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–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–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»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Char char="•"/>
              <a:defRPr sz="240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11"/>
          <p:cNvGrpSpPr/>
          <p:nvPr/>
        </p:nvGrpSpPr>
        <p:grpSpPr>
          <a:xfrm>
            <a:off x="29981" y="907317"/>
            <a:ext cx="18258019" cy="5766541"/>
            <a:chOff x="-21628" y="-26373"/>
            <a:chExt cx="5884793" cy="1932535"/>
          </a:xfrm>
        </p:grpSpPr>
        <p:sp>
          <p:nvSpPr>
            <p:cNvPr id="210" name="Google Shape;210;p11"/>
            <p:cNvSpPr/>
            <p:nvPr/>
          </p:nvSpPr>
          <p:spPr>
            <a:xfrm>
              <a:off x="0" y="0"/>
              <a:ext cx="5863165" cy="1894435"/>
            </a:xfrm>
            <a:custGeom>
              <a:avLst/>
              <a:gdLst/>
              <a:ahLst/>
              <a:cxnLst/>
              <a:rect l="l" t="t" r="r" b="b"/>
              <a:pathLst>
                <a:path w="5863165" h="1894435" extrusionOk="0">
                  <a:moveTo>
                    <a:pt x="8850" y="0"/>
                  </a:moveTo>
                  <a:lnTo>
                    <a:pt x="5854315" y="0"/>
                  </a:lnTo>
                  <a:cubicBezTo>
                    <a:pt x="5859202" y="0"/>
                    <a:pt x="5863165" y="3962"/>
                    <a:pt x="5863165" y="8850"/>
                  </a:cubicBezTo>
                  <a:lnTo>
                    <a:pt x="5863165" y="1885585"/>
                  </a:lnTo>
                  <a:cubicBezTo>
                    <a:pt x="5863165" y="1887932"/>
                    <a:pt x="5862232" y="1890183"/>
                    <a:pt x="5860573" y="1891842"/>
                  </a:cubicBezTo>
                  <a:cubicBezTo>
                    <a:pt x="5858913" y="1893502"/>
                    <a:pt x="5856662" y="1894435"/>
                    <a:pt x="5854315" y="1894435"/>
                  </a:cubicBezTo>
                  <a:lnTo>
                    <a:pt x="8850" y="1894435"/>
                  </a:lnTo>
                  <a:cubicBezTo>
                    <a:pt x="6503" y="1894435"/>
                    <a:pt x="4252" y="1893502"/>
                    <a:pt x="2592" y="1891842"/>
                  </a:cubicBezTo>
                  <a:cubicBezTo>
                    <a:pt x="932" y="1890183"/>
                    <a:pt x="0" y="1887932"/>
                    <a:pt x="0" y="1885585"/>
                  </a:cubicBezTo>
                  <a:lnTo>
                    <a:pt x="0" y="8850"/>
                  </a:lnTo>
                  <a:cubicBezTo>
                    <a:pt x="0" y="6503"/>
                    <a:pt x="932" y="4252"/>
                    <a:pt x="2592" y="2592"/>
                  </a:cubicBezTo>
                  <a:cubicBezTo>
                    <a:pt x="4252" y="932"/>
                    <a:pt x="6503" y="0"/>
                    <a:pt x="88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600">
                <a:solidFill>
                  <a:schemeClr val="bg1"/>
                </a:solidFill>
              </a:endParaRPr>
            </a:p>
          </p:txBody>
        </p:sp>
        <p:sp>
          <p:nvSpPr>
            <p:cNvPr id="211" name="Google Shape;211;p11"/>
            <p:cNvSpPr txBox="1"/>
            <p:nvPr/>
          </p:nvSpPr>
          <p:spPr>
            <a:xfrm>
              <a:off x="-21628" y="-26373"/>
              <a:ext cx="5863165" cy="19325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800" b="1" i="0" u="none" strike="noStrike" cap="none" dirty="0">
                  <a:solidFill>
                    <a:srgbClr val="FFBD4C"/>
                  </a:solidFill>
                  <a:latin typeface="Montserrat" panose="00000500000000000000" pitchFamily="2" charset="0"/>
                  <a:ea typeface="Calibri"/>
                  <a:cs typeface="Calibri"/>
                  <a:sym typeface="Calibri"/>
                </a:rPr>
                <a:t>System</a:t>
              </a:r>
              <a:r>
                <a:rPr lang="en-US" sz="13800" b="1" i="0" u="none" strike="noStrike" cap="none" dirty="0">
                  <a:solidFill>
                    <a:srgbClr val="FFBD4C"/>
                  </a:solidFill>
                  <a:latin typeface="Calibri"/>
                  <a:ea typeface="Calibri"/>
                  <a:cs typeface="Calibri"/>
                  <a:sym typeface="Calibri"/>
                </a:rPr>
                <a:t> Design Project</a:t>
              </a:r>
              <a:endParaRPr sz="13800" b="1" i="0" u="none" strike="noStrike" cap="none" dirty="0">
                <a:solidFill>
                  <a:srgbClr val="FFBD4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1"/>
          <p:cNvGrpSpPr/>
          <p:nvPr/>
        </p:nvGrpSpPr>
        <p:grpSpPr>
          <a:xfrm>
            <a:off x="15739068" y="710458"/>
            <a:ext cx="1871770" cy="639807"/>
            <a:chOff x="0" y="0"/>
            <a:chExt cx="2495693" cy="853076"/>
          </a:xfrm>
        </p:grpSpPr>
        <p:grpSp>
          <p:nvGrpSpPr>
            <p:cNvPr id="213" name="Google Shape;213;p11"/>
            <p:cNvGrpSpPr/>
            <p:nvPr/>
          </p:nvGrpSpPr>
          <p:grpSpPr>
            <a:xfrm rot="5400000">
              <a:off x="0" y="0"/>
              <a:ext cx="853076" cy="853076"/>
              <a:chOff x="0" y="0"/>
              <a:chExt cx="812800" cy="812800"/>
            </a:xfrm>
          </p:grpSpPr>
          <p:sp>
            <p:nvSpPr>
              <p:cNvPr id="214" name="Google Shape;214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11"/>
            <p:cNvGrpSpPr/>
            <p:nvPr/>
          </p:nvGrpSpPr>
          <p:grpSpPr>
            <a:xfrm rot="5400000">
              <a:off x="1105041" y="91998"/>
              <a:ext cx="669081" cy="669081"/>
              <a:chOff x="0" y="0"/>
              <a:chExt cx="812800" cy="812800"/>
            </a:xfrm>
          </p:grpSpPr>
          <p:sp>
            <p:nvSpPr>
              <p:cNvPr id="217" name="Google Shape;217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 rot="5400000">
              <a:off x="2026087" y="191735"/>
              <a:ext cx="469606" cy="469606"/>
              <a:chOff x="0" y="0"/>
              <a:chExt cx="812800" cy="812800"/>
            </a:xfrm>
          </p:grpSpPr>
          <p:sp>
            <p:nvSpPr>
              <p:cNvPr id="220" name="Google Shape;220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6" name="Google Shape;226;p11"/>
          <p:cNvGrpSpPr/>
          <p:nvPr/>
        </p:nvGrpSpPr>
        <p:grpSpPr>
          <a:xfrm rot="5400000">
            <a:off x="-814419" y="7426244"/>
            <a:ext cx="2137482" cy="475324"/>
            <a:chOff x="30956" y="22212"/>
            <a:chExt cx="2849976" cy="633766"/>
          </a:xfrm>
        </p:grpSpPr>
        <p:cxnSp>
          <p:nvCxnSpPr>
            <p:cNvPr id="227" name="Google Shape;227;p11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8" name="Google Shape;228;p11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9" name="Google Shape;229;p11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0" name="Google Shape;230;p11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1" name="Google Shape;231;p11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2" name="Google Shape;232;p11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3" name="Google Shape;233;p11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4" name="Google Shape;234;p11"/>
          <p:cNvGrpSpPr/>
          <p:nvPr/>
        </p:nvGrpSpPr>
        <p:grpSpPr>
          <a:xfrm>
            <a:off x="15098602" y="9795017"/>
            <a:ext cx="2137482" cy="475324"/>
            <a:chOff x="30956" y="22212"/>
            <a:chExt cx="2849976" cy="633766"/>
          </a:xfrm>
        </p:grpSpPr>
        <p:cxnSp>
          <p:nvCxnSpPr>
            <p:cNvPr id="235" name="Google Shape;235;p11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6" name="Google Shape;236;p11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7" name="Google Shape;237;p11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8" name="Google Shape;238;p11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9" name="Google Shape;239;p11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0" name="Google Shape;240;p11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1" name="Google Shape;241;p11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43" name="Google Shape;24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0413" y="8660050"/>
            <a:ext cx="1793125" cy="3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208">
          <a:extLst>
            <a:ext uri="{FF2B5EF4-FFF2-40B4-BE49-F238E27FC236}">
              <a16:creationId xmlns:a16="http://schemas.microsoft.com/office/drawing/2014/main" id="{0F65EDE4-ECED-E048-5E4D-D1FCB87F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>
            <a:extLst>
              <a:ext uri="{FF2B5EF4-FFF2-40B4-BE49-F238E27FC236}">
                <a16:creationId xmlns:a16="http://schemas.microsoft.com/office/drawing/2014/main" id="{7293C924-5572-FCDA-AB90-4B4BFE7FA9C5}"/>
              </a:ext>
            </a:extLst>
          </p:cNvPr>
          <p:cNvSpPr/>
          <p:nvPr/>
        </p:nvSpPr>
        <p:spPr>
          <a:xfrm>
            <a:off x="338412" y="2329931"/>
            <a:ext cx="17281053" cy="6954346"/>
          </a:xfrm>
          <a:custGeom>
            <a:avLst/>
            <a:gdLst/>
            <a:ahLst/>
            <a:cxnLst/>
            <a:rect l="l" t="t" r="r" b="b"/>
            <a:pathLst>
              <a:path w="5863165" h="1894435" extrusionOk="0">
                <a:moveTo>
                  <a:pt x="8850" y="0"/>
                </a:moveTo>
                <a:lnTo>
                  <a:pt x="5854315" y="0"/>
                </a:lnTo>
                <a:cubicBezTo>
                  <a:pt x="5859202" y="0"/>
                  <a:pt x="5863165" y="3962"/>
                  <a:pt x="5863165" y="8850"/>
                </a:cubicBezTo>
                <a:lnTo>
                  <a:pt x="5863165" y="1885585"/>
                </a:lnTo>
                <a:cubicBezTo>
                  <a:pt x="5863165" y="1887932"/>
                  <a:pt x="5862232" y="1890183"/>
                  <a:pt x="5860573" y="1891842"/>
                </a:cubicBezTo>
                <a:cubicBezTo>
                  <a:pt x="5858913" y="1893502"/>
                  <a:pt x="5856662" y="1894435"/>
                  <a:pt x="5854315" y="1894435"/>
                </a:cubicBezTo>
                <a:lnTo>
                  <a:pt x="8850" y="1894435"/>
                </a:lnTo>
                <a:cubicBezTo>
                  <a:pt x="6503" y="1894435"/>
                  <a:pt x="4252" y="1893502"/>
                  <a:pt x="2592" y="1891842"/>
                </a:cubicBezTo>
                <a:cubicBezTo>
                  <a:pt x="932" y="1890183"/>
                  <a:pt x="0" y="1887932"/>
                  <a:pt x="0" y="1885585"/>
                </a:cubicBezTo>
                <a:lnTo>
                  <a:pt x="0" y="8850"/>
                </a:lnTo>
                <a:cubicBezTo>
                  <a:pt x="0" y="6503"/>
                  <a:pt x="932" y="4252"/>
                  <a:pt x="2592" y="2592"/>
                </a:cubicBezTo>
                <a:cubicBezTo>
                  <a:pt x="4252" y="932"/>
                  <a:pt x="6503" y="0"/>
                  <a:pt x="885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FFBD4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571500" lvl="0" indent="-5715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Khaled Essam </a:t>
            </a:r>
            <a:r>
              <a:rPr lang="en-US" sz="4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Abdelnaaem</a:t>
            </a:r>
            <a:r>
              <a:rPr lang="en-US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 Abdellatif</a:t>
            </a:r>
            <a:endParaRPr lang="ar-EG" sz="44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571500" lvl="0" indent="-5715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Fares Mohamed Yehia Zakaria</a:t>
            </a:r>
            <a:endParaRPr lang="ar-EG" sz="44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571500" lvl="0" indent="-5715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Karim </a:t>
            </a:r>
            <a:r>
              <a:rPr lang="en-US" sz="4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antar</a:t>
            </a:r>
            <a:r>
              <a:rPr lang="en-US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mohamed</a:t>
            </a:r>
            <a:endParaRPr lang="ar-EG" sz="44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571500" lvl="0" indent="-5715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Mohamed Zoher </a:t>
            </a:r>
            <a:r>
              <a:rPr lang="en-US" sz="4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mohamed</a:t>
            </a:r>
            <a:r>
              <a:rPr lang="en-US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ibrahim</a:t>
            </a:r>
            <a:endParaRPr lang="ar-EG" sz="44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571500" lvl="0" indent="-5715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Mohamed Elsayed Ahmed Mohamed.      </a:t>
            </a:r>
            <a:endParaRPr lang="ar-EG" sz="44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571500" lvl="0" indent="-5715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Osama </a:t>
            </a:r>
            <a:r>
              <a:rPr lang="en-US" sz="4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mohammed</a:t>
            </a:r>
            <a:r>
              <a:rPr lang="en-US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abdelshafy</a:t>
            </a:r>
            <a:endParaRPr lang="ar-EG" sz="44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571500" lvl="0" indent="-5715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Ahmed </a:t>
            </a:r>
            <a:r>
              <a:rPr lang="en-US" sz="4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samir</a:t>
            </a:r>
            <a:r>
              <a:rPr lang="en-US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 Mohamed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Ahmed Samir </a:t>
            </a:r>
            <a:r>
              <a:rPr lang="en-US" sz="4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abdelazim</a:t>
            </a:r>
            <a:r>
              <a:rPr lang="en-US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</a:p>
          <a:p>
            <a:pPr marL="571500" lvl="0" indent="-5715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44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212" name="Google Shape;212;p11">
            <a:extLst>
              <a:ext uri="{FF2B5EF4-FFF2-40B4-BE49-F238E27FC236}">
                <a16:creationId xmlns:a16="http://schemas.microsoft.com/office/drawing/2014/main" id="{9EEE6651-4931-FA59-70A1-8865C694A7AC}"/>
              </a:ext>
            </a:extLst>
          </p:cNvPr>
          <p:cNvGrpSpPr/>
          <p:nvPr/>
        </p:nvGrpSpPr>
        <p:grpSpPr>
          <a:xfrm>
            <a:off x="15739068" y="710458"/>
            <a:ext cx="1871770" cy="639807"/>
            <a:chOff x="0" y="0"/>
            <a:chExt cx="2495693" cy="853076"/>
          </a:xfrm>
        </p:grpSpPr>
        <p:grpSp>
          <p:nvGrpSpPr>
            <p:cNvPr id="213" name="Google Shape;213;p11">
              <a:extLst>
                <a:ext uri="{FF2B5EF4-FFF2-40B4-BE49-F238E27FC236}">
                  <a16:creationId xmlns:a16="http://schemas.microsoft.com/office/drawing/2014/main" id="{4D4C0597-949A-CE77-1438-51D8B5FBCDDA}"/>
                </a:ext>
              </a:extLst>
            </p:cNvPr>
            <p:cNvGrpSpPr/>
            <p:nvPr/>
          </p:nvGrpSpPr>
          <p:grpSpPr>
            <a:xfrm rot="5400000">
              <a:off x="0" y="0"/>
              <a:ext cx="853076" cy="853076"/>
              <a:chOff x="0" y="0"/>
              <a:chExt cx="812800" cy="812800"/>
            </a:xfrm>
          </p:grpSpPr>
          <p:sp>
            <p:nvSpPr>
              <p:cNvPr id="214" name="Google Shape;214;p11">
                <a:extLst>
                  <a:ext uri="{FF2B5EF4-FFF2-40B4-BE49-F238E27FC236}">
                    <a16:creationId xmlns:a16="http://schemas.microsoft.com/office/drawing/2014/main" id="{78B7F9B4-575F-7D89-BE97-55FDC172C30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1">
                <a:extLst>
                  <a:ext uri="{FF2B5EF4-FFF2-40B4-BE49-F238E27FC236}">
                    <a16:creationId xmlns:a16="http://schemas.microsoft.com/office/drawing/2014/main" id="{307886C0-9509-D899-97D0-5F3E3E46212D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11">
              <a:extLst>
                <a:ext uri="{FF2B5EF4-FFF2-40B4-BE49-F238E27FC236}">
                  <a16:creationId xmlns:a16="http://schemas.microsoft.com/office/drawing/2014/main" id="{077EFBEC-5644-E3B5-E355-F06FDCB2BAD9}"/>
                </a:ext>
              </a:extLst>
            </p:cNvPr>
            <p:cNvGrpSpPr/>
            <p:nvPr/>
          </p:nvGrpSpPr>
          <p:grpSpPr>
            <a:xfrm rot="5400000">
              <a:off x="1105041" y="91998"/>
              <a:ext cx="669081" cy="669081"/>
              <a:chOff x="0" y="0"/>
              <a:chExt cx="812800" cy="812800"/>
            </a:xfrm>
          </p:grpSpPr>
          <p:sp>
            <p:nvSpPr>
              <p:cNvPr id="217" name="Google Shape;217;p11">
                <a:extLst>
                  <a:ext uri="{FF2B5EF4-FFF2-40B4-BE49-F238E27FC236}">
                    <a16:creationId xmlns:a16="http://schemas.microsoft.com/office/drawing/2014/main" id="{6154A86E-0763-8DDE-8B36-6773B34132E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>
                <a:extLst>
                  <a:ext uri="{FF2B5EF4-FFF2-40B4-BE49-F238E27FC236}">
                    <a16:creationId xmlns:a16="http://schemas.microsoft.com/office/drawing/2014/main" id="{D5B96AD9-F2C6-47C3-EA8D-FC7FA0803F67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11">
              <a:extLst>
                <a:ext uri="{FF2B5EF4-FFF2-40B4-BE49-F238E27FC236}">
                  <a16:creationId xmlns:a16="http://schemas.microsoft.com/office/drawing/2014/main" id="{8B74A4C8-6305-9467-37EB-8821D209B0BB}"/>
                </a:ext>
              </a:extLst>
            </p:cNvPr>
            <p:cNvGrpSpPr/>
            <p:nvPr/>
          </p:nvGrpSpPr>
          <p:grpSpPr>
            <a:xfrm rot="5400000">
              <a:off x="2026087" y="191735"/>
              <a:ext cx="469606" cy="469606"/>
              <a:chOff x="0" y="0"/>
              <a:chExt cx="812800" cy="812800"/>
            </a:xfrm>
          </p:grpSpPr>
          <p:sp>
            <p:nvSpPr>
              <p:cNvPr id="220" name="Google Shape;220;p11">
                <a:extLst>
                  <a:ext uri="{FF2B5EF4-FFF2-40B4-BE49-F238E27FC236}">
                    <a16:creationId xmlns:a16="http://schemas.microsoft.com/office/drawing/2014/main" id="{A5D838DE-D9E3-3CE9-941E-11587049A9B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>
                <a:extLst>
                  <a:ext uri="{FF2B5EF4-FFF2-40B4-BE49-F238E27FC236}">
                    <a16:creationId xmlns:a16="http://schemas.microsoft.com/office/drawing/2014/main" id="{D87861AC-F543-79B1-1204-F93B09D5E7DA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6" name="Google Shape;226;p11">
            <a:extLst>
              <a:ext uri="{FF2B5EF4-FFF2-40B4-BE49-F238E27FC236}">
                <a16:creationId xmlns:a16="http://schemas.microsoft.com/office/drawing/2014/main" id="{09438CFF-C579-F460-1BAC-C764F12D5106}"/>
              </a:ext>
            </a:extLst>
          </p:cNvPr>
          <p:cNvGrpSpPr/>
          <p:nvPr/>
        </p:nvGrpSpPr>
        <p:grpSpPr>
          <a:xfrm rot="5400000">
            <a:off x="-814419" y="7426244"/>
            <a:ext cx="2137482" cy="475324"/>
            <a:chOff x="30956" y="22212"/>
            <a:chExt cx="2849976" cy="633766"/>
          </a:xfrm>
        </p:grpSpPr>
        <p:cxnSp>
          <p:nvCxnSpPr>
            <p:cNvPr id="227" name="Google Shape;227;p11">
              <a:extLst>
                <a:ext uri="{FF2B5EF4-FFF2-40B4-BE49-F238E27FC236}">
                  <a16:creationId xmlns:a16="http://schemas.microsoft.com/office/drawing/2014/main" id="{2884F07D-AD5A-5A44-20B9-A73EB081689F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8" name="Google Shape;228;p11">
              <a:extLst>
                <a:ext uri="{FF2B5EF4-FFF2-40B4-BE49-F238E27FC236}">
                  <a16:creationId xmlns:a16="http://schemas.microsoft.com/office/drawing/2014/main" id="{678F8E1B-DCE2-E9D7-3D84-296EBB41CDD4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9" name="Google Shape;229;p11">
              <a:extLst>
                <a:ext uri="{FF2B5EF4-FFF2-40B4-BE49-F238E27FC236}">
                  <a16:creationId xmlns:a16="http://schemas.microsoft.com/office/drawing/2014/main" id="{79D44ED1-19FF-3F34-101F-43159EDDBA04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0" name="Google Shape;230;p11">
              <a:extLst>
                <a:ext uri="{FF2B5EF4-FFF2-40B4-BE49-F238E27FC236}">
                  <a16:creationId xmlns:a16="http://schemas.microsoft.com/office/drawing/2014/main" id="{FB38B0A5-A466-493A-590C-95B88AA5A28C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1" name="Google Shape;231;p11">
              <a:extLst>
                <a:ext uri="{FF2B5EF4-FFF2-40B4-BE49-F238E27FC236}">
                  <a16:creationId xmlns:a16="http://schemas.microsoft.com/office/drawing/2014/main" id="{7BCA5221-1AD5-DB5B-5A4D-5F70C9BCFD8A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2" name="Google Shape;232;p11">
              <a:extLst>
                <a:ext uri="{FF2B5EF4-FFF2-40B4-BE49-F238E27FC236}">
                  <a16:creationId xmlns:a16="http://schemas.microsoft.com/office/drawing/2014/main" id="{0F10D4B8-F25B-965F-C95D-A8A23ED4703C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3" name="Google Shape;233;p11">
              <a:extLst>
                <a:ext uri="{FF2B5EF4-FFF2-40B4-BE49-F238E27FC236}">
                  <a16:creationId xmlns:a16="http://schemas.microsoft.com/office/drawing/2014/main" id="{BB7376C9-F49F-E9E8-CE7F-077DB162511A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4" name="Google Shape;234;p11">
            <a:extLst>
              <a:ext uri="{FF2B5EF4-FFF2-40B4-BE49-F238E27FC236}">
                <a16:creationId xmlns:a16="http://schemas.microsoft.com/office/drawing/2014/main" id="{287B2F7B-7754-6AA8-AE1F-5C7F5B4F264D}"/>
              </a:ext>
            </a:extLst>
          </p:cNvPr>
          <p:cNvGrpSpPr/>
          <p:nvPr/>
        </p:nvGrpSpPr>
        <p:grpSpPr>
          <a:xfrm>
            <a:off x="15098602" y="9795017"/>
            <a:ext cx="2137482" cy="475324"/>
            <a:chOff x="30956" y="22212"/>
            <a:chExt cx="2849976" cy="633766"/>
          </a:xfrm>
        </p:grpSpPr>
        <p:cxnSp>
          <p:nvCxnSpPr>
            <p:cNvPr id="235" name="Google Shape;235;p11">
              <a:extLst>
                <a:ext uri="{FF2B5EF4-FFF2-40B4-BE49-F238E27FC236}">
                  <a16:creationId xmlns:a16="http://schemas.microsoft.com/office/drawing/2014/main" id="{35BF116F-29DD-4E89-848A-F9384822F756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6" name="Google Shape;236;p11">
              <a:extLst>
                <a:ext uri="{FF2B5EF4-FFF2-40B4-BE49-F238E27FC236}">
                  <a16:creationId xmlns:a16="http://schemas.microsoft.com/office/drawing/2014/main" id="{6968AF96-395B-F546-CA14-5CB80A36F318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7" name="Google Shape;237;p11">
              <a:extLst>
                <a:ext uri="{FF2B5EF4-FFF2-40B4-BE49-F238E27FC236}">
                  <a16:creationId xmlns:a16="http://schemas.microsoft.com/office/drawing/2014/main" id="{5FFFD503-470E-B0A6-9234-C55F33654DFE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8" name="Google Shape;238;p11">
              <a:extLst>
                <a:ext uri="{FF2B5EF4-FFF2-40B4-BE49-F238E27FC236}">
                  <a16:creationId xmlns:a16="http://schemas.microsoft.com/office/drawing/2014/main" id="{D7290B98-13FD-F251-6B89-A1D286F010AD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9" name="Google Shape;239;p11">
              <a:extLst>
                <a:ext uri="{FF2B5EF4-FFF2-40B4-BE49-F238E27FC236}">
                  <a16:creationId xmlns:a16="http://schemas.microsoft.com/office/drawing/2014/main" id="{C4D93ECF-CD9F-D8F7-3F77-AA3BDCCE73C2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0" name="Google Shape;240;p11">
              <a:extLst>
                <a:ext uri="{FF2B5EF4-FFF2-40B4-BE49-F238E27FC236}">
                  <a16:creationId xmlns:a16="http://schemas.microsoft.com/office/drawing/2014/main" id="{9B54D897-0CD0-25DE-F17B-CD36F66A20CD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1" name="Google Shape;241;p11">
              <a:extLst>
                <a:ext uri="{FF2B5EF4-FFF2-40B4-BE49-F238E27FC236}">
                  <a16:creationId xmlns:a16="http://schemas.microsoft.com/office/drawing/2014/main" id="{C3123708-8017-81DD-78AA-A470BA584B7B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43" name="Google Shape;243;p11">
            <a:extLst>
              <a:ext uri="{FF2B5EF4-FFF2-40B4-BE49-F238E27FC236}">
                <a16:creationId xmlns:a16="http://schemas.microsoft.com/office/drawing/2014/main" id="{7E8DD2F2-953D-762A-C44F-FEF24737E00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0413" y="8660050"/>
            <a:ext cx="1793125" cy="356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D44D6A-B3D7-944F-9D9B-D480A308AE2C}"/>
              </a:ext>
            </a:extLst>
          </p:cNvPr>
          <p:cNvSpPr txBox="1"/>
          <p:nvPr/>
        </p:nvSpPr>
        <p:spPr>
          <a:xfrm>
            <a:off x="-1251587" y="567009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FFBD4C"/>
                </a:solidFill>
                <a:latin typeface="Montserrat" panose="00000500000000000000" pitchFamily="2" charset="0"/>
              </a:rPr>
              <a:t>Names:</a:t>
            </a:r>
          </a:p>
        </p:txBody>
      </p:sp>
    </p:spTree>
    <p:extLst>
      <p:ext uri="{BB962C8B-B14F-4D97-AF65-F5344CB8AC3E}">
        <p14:creationId xmlns:p14="http://schemas.microsoft.com/office/powerpoint/2010/main" val="596491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2"/>
          <p:cNvGrpSpPr/>
          <p:nvPr/>
        </p:nvGrpSpPr>
        <p:grpSpPr>
          <a:xfrm>
            <a:off x="532694" y="551385"/>
            <a:ext cx="352204" cy="352204"/>
            <a:chOff x="0" y="0"/>
            <a:chExt cx="812800" cy="812800"/>
          </a:xfrm>
        </p:grpSpPr>
        <p:sp>
          <p:nvSpPr>
            <p:cNvPr id="273" name="Google Shape;273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" name="Google Shape;281;p12"/>
          <p:cNvSpPr txBox="1"/>
          <p:nvPr/>
        </p:nvSpPr>
        <p:spPr>
          <a:xfrm>
            <a:off x="2591024" y="1154000"/>
            <a:ext cx="13229288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rgbClr val="FFBD4C"/>
                </a:solidFill>
                <a:latin typeface="Montserrat"/>
                <a:ea typeface="Montserrat"/>
                <a:cs typeface="Montserrat"/>
                <a:sym typeface="Montserrat"/>
              </a:rPr>
              <a:t>Table Of Contents</a:t>
            </a:r>
            <a:endParaRPr sz="1600" b="1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4F8073-608E-DC11-1EC4-C0A6BF2DCD71}"/>
              </a:ext>
            </a:extLst>
          </p:cNvPr>
          <p:cNvGrpSpPr/>
          <p:nvPr/>
        </p:nvGrpSpPr>
        <p:grpSpPr>
          <a:xfrm>
            <a:off x="-2248525" y="2203554"/>
            <a:ext cx="20513310" cy="7532061"/>
            <a:chOff x="429245" y="2770259"/>
            <a:chExt cx="15698056" cy="666425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DE6C73A-6C4B-5899-41AA-E67770A194E2}"/>
                </a:ext>
              </a:extLst>
            </p:cNvPr>
            <p:cNvGrpSpPr/>
            <p:nvPr/>
          </p:nvGrpSpPr>
          <p:grpSpPr>
            <a:xfrm>
              <a:off x="429245" y="2770259"/>
              <a:ext cx="5807498" cy="6299068"/>
              <a:chOff x="2329492" y="4384355"/>
              <a:chExt cx="5807498" cy="6299068"/>
            </a:xfrm>
          </p:grpSpPr>
          <p:grpSp>
            <p:nvGrpSpPr>
              <p:cNvPr id="250" name="Google Shape;250;p12"/>
              <p:cNvGrpSpPr/>
              <p:nvPr/>
            </p:nvGrpSpPr>
            <p:grpSpPr>
              <a:xfrm>
                <a:off x="5317490" y="5717031"/>
                <a:ext cx="1651463" cy="1913474"/>
                <a:chOff x="911993" y="789895"/>
                <a:chExt cx="660400" cy="765175"/>
              </a:xfrm>
            </p:grpSpPr>
            <p:sp>
              <p:nvSpPr>
                <p:cNvPr id="251" name="Google Shape;251;p12"/>
                <p:cNvSpPr/>
                <p:nvPr/>
              </p:nvSpPr>
              <p:spPr>
                <a:xfrm>
                  <a:off x="942695" y="794218"/>
                  <a:ext cx="629698" cy="7608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 extrusionOk="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BD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/>
                </a:p>
              </p:txBody>
            </p:sp>
            <p:sp>
              <p:nvSpPr>
                <p:cNvPr id="252" name="Google Shape;252;p12"/>
                <p:cNvSpPr txBox="1"/>
                <p:nvPr/>
              </p:nvSpPr>
              <p:spPr>
                <a:xfrm>
                  <a:off x="911993" y="789895"/>
                  <a:ext cx="660400" cy="717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3" name="Google Shape;253;p12"/>
              <p:cNvGrpSpPr/>
              <p:nvPr/>
            </p:nvGrpSpPr>
            <p:grpSpPr>
              <a:xfrm>
                <a:off x="2329492" y="4384355"/>
                <a:ext cx="5807498" cy="6299068"/>
                <a:chOff x="-5956" y="-24580"/>
                <a:chExt cx="1946261" cy="2111001"/>
              </a:xfrm>
            </p:grpSpPr>
            <p:sp>
              <p:nvSpPr>
                <p:cNvPr id="254" name="Google Shape;254;p12"/>
                <p:cNvSpPr/>
                <p:nvPr/>
              </p:nvSpPr>
              <p:spPr>
                <a:xfrm>
                  <a:off x="626048" y="681963"/>
                  <a:ext cx="1314257" cy="14044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386" h="1404458" extrusionOk="0">
                      <a:moveTo>
                        <a:pt x="45383" y="0"/>
                      </a:moveTo>
                      <a:lnTo>
                        <a:pt x="1098002" y="0"/>
                      </a:lnTo>
                      <a:cubicBezTo>
                        <a:pt x="1110038" y="0"/>
                        <a:pt x="1121582" y="4781"/>
                        <a:pt x="1130093" y="13293"/>
                      </a:cubicBezTo>
                      <a:cubicBezTo>
                        <a:pt x="1138604" y="21804"/>
                        <a:pt x="1143386" y="33347"/>
                        <a:pt x="1143386" y="45383"/>
                      </a:cubicBezTo>
                      <a:lnTo>
                        <a:pt x="1143386" y="1359074"/>
                      </a:lnTo>
                      <a:cubicBezTo>
                        <a:pt x="1143386" y="1371111"/>
                        <a:pt x="1138604" y="1382654"/>
                        <a:pt x="1130093" y="1391165"/>
                      </a:cubicBezTo>
                      <a:cubicBezTo>
                        <a:pt x="1121582" y="1399676"/>
                        <a:pt x="1110038" y="1404458"/>
                        <a:pt x="1098002" y="1404458"/>
                      </a:cubicBezTo>
                      <a:lnTo>
                        <a:pt x="45383" y="1404458"/>
                      </a:lnTo>
                      <a:cubicBezTo>
                        <a:pt x="20319" y="1404458"/>
                        <a:pt x="0" y="1384139"/>
                        <a:pt x="0" y="1359074"/>
                      </a:cubicBezTo>
                      <a:lnTo>
                        <a:pt x="0" y="45383"/>
                      </a:lnTo>
                      <a:cubicBezTo>
                        <a:pt x="0" y="33347"/>
                        <a:pt x="4781" y="21804"/>
                        <a:pt x="13293" y="13293"/>
                      </a:cubicBezTo>
                      <a:cubicBezTo>
                        <a:pt x="21804" y="4781"/>
                        <a:pt x="33347" y="0"/>
                        <a:pt x="45383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sq" cmpd="sng">
                  <a:solidFill>
                    <a:srgbClr val="FFBD4C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3200" b="1" dirty="0">
                    <a:solidFill>
                      <a:srgbClr val="FFBD4C"/>
                    </a:solidFill>
                    <a:latin typeface="Montserrat" panose="00000500000000000000" pitchFamily="2" charset="0"/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2800" b="1" dirty="0">
                    <a:solidFill>
                      <a:srgbClr val="FFBD4C"/>
                    </a:solidFill>
                    <a:latin typeface="Montserrat" panose="00000500000000000000" pitchFamily="2" charset="0"/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4400" b="1" dirty="0">
                      <a:solidFill>
                        <a:srgbClr val="FFBD4C"/>
                      </a:solidFill>
                      <a:latin typeface="Montserrat" panose="00000500000000000000" pitchFamily="2" charset="0"/>
                    </a:rPr>
                    <a:t>Identifying the Problem</a:t>
                  </a:r>
                  <a:endParaRPr sz="4400" b="1" dirty="0">
                    <a:solidFill>
                      <a:srgbClr val="FFBD4C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55" name="Google Shape;255;p12"/>
                <p:cNvSpPr txBox="1"/>
                <p:nvPr/>
              </p:nvSpPr>
              <p:spPr>
                <a:xfrm>
                  <a:off x="-5956" y="-24580"/>
                  <a:ext cx="553453" cy="14425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1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8" name="Google Shape;288;p12"/>
              <p:cNvSpPr txBox="1"/>
              <p:nvPr/>
            </p:nvSpPr>
            <p:spPr>
              <a:xfrm>
                <a:off x="5951951" y="5669681"/>
                <a:ext cx="489228" cy="19389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399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0" b="1" i="0" u="none" strike="noStrike" cap="none" dirty="0">
                    <a:solidFill>
                      <a:srgbClr val="0C0F27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1</a:t>
                </a:r>
                <a:endParaRPr b="1" dirty="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50FCDAD-123F-6CF2-5A23-655DD78049DA}"/>
                </a:ext>
              </a:extLst>
            </p:cNvPr>
            <p:cNvGrpSpPr/>
            <p:nvPr/>
          </p:nvGrpSpPr>
          <p:grpSpPr>
            <a:xfrm>
              <a:off x="6383317" y="4113745"/>
              <a:ext cx="5714007" cy="5320771"/>
              <a:chOff x="6191682" y="3727880"/>
              <a:chExt cx="5714007" cy="5320771"/>
            </a:xfrm>
          </p:grpSpPr>
          <p:grpSp>
            <p:nvGrpSpPr>
              <p:cNvPr id="260" name="Google Shape;260;p12"/>
              <p:cNvGrpSpPr/>
              <p:nvPr/>
            </p:nvGrpSpPr>
            <p:grpSpPr>
              <a:xfrm>
                <a:off x="6191682" y="4492666"/>
                <a:ext cx="5714007" cy="4555985"/>
                <a:chOff x="-363839" y="11718"/>
                <a:chExt cx="1914930" cy="1526843"/>
              </a:xfrm>
            </p:grpSpPr>
            <p:sp>
              <p:nvSpPr>
                <p:cNvPr id="261" name="Google Shape;261;p12"/>
                <p:cNvSpPr/>
                <p:nvPr/>
              </p:nvSpPr>
              <p:spPr>
                <a:xfrm>
                  <a:off x="-320737" y="11718"/>
                  <a:ext cx="1782850" cy="1392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386" h="1404458" extrusionOk="0">
                      <a:moveTo>
                        <a:pt x="45383" y="0"/>
                      </a:moveTo>
                      <a:lnTo>
                        <a:pt x="1098002" y="0"/>
                      </a:lnTo>
                      <a:cubicBezTo>
                        <a:pt x="1110038" y="0"/>
                        <a:pt x="1121582" y="4781"/>
                        <a:pt x="1130093" y="13293"/>
                      </a:cubicBezTo>
                      <a:cubicBezTo>
                        <a:pt x="1138604" y="21804"/>
                        <a:pt x="1143386" y="33347"/>
                        <a:pt x="1143386" y="45383"/>
                      </a:cubicBezTo>
                      <a:lnTo>
                        <a:pt x="1143386" y="1359074"/>
                      </a:lnTo>
                      <a:cubicBezTo>
                        <a:pt x="1143386" y="1371111"/>
                        <a:pt x="1138604" y="1382654"/>
                        <a:pt x="1130093" y="1391165"/>
                      </a:cubicBezTo>
                      <a:cubicBezTo>
                        <a:pt x="1121582" y="1399676"/>
                        <a:pt x="1110038" y="1404458"/>
                        <a:pt x="1098002" y="1404458"/>
                      </a:cubicBezTo>
                      <a:lnTo>
                        <a:pt x="45383" y="1404458"/>
                      </a:lnTo>
                      <a:cubicBezTo>
                        <a:pt x="20319" y="1404458"/>
                        <a:pt x="0" y="1384139"/>
                        <a:pt x="0" y="1359074"/>
                      </a:cubicBezTo>
                      <a:lnTo>
                        <a:pt x="0" y="45383"/>
                      </a:lnTo>
                      <a:cubicBezTo>
                        <a:pt x="0" y="33347"/>
                        <a:pt x="4781" y="21804"/>
                        <a:pt x="13293" y="13293"/>
                      </a:cubicBezTo>
                      <a:cubicBezTo>
                        <a:pt x="21804" y="4781"/>
                        <a:pt x="33347" y="0"/>
                        <a:pt x="45383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sq" cmpd="sng">
                  <a:solidFill>
                    <a:srgbClr val="FFBD4C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/>
                </a:p>
              </p:txBody>
            </p:sp>
            <p:sp>
              <p:nvSpPr>
                <p:cNvPr id="262" name="Google Shape;262;p12"/>
                <p:cNvSpPr txBox="1"/>
                <p:nvPr/>
              </p:nvSpPr>
              <p:spPr>
                <a:xfrm>
                  <a:off x="-363839" y="96003"/>
                  <a:ext cx="1914930" cy="14425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4000" b="1" dirty="0">
                      <a:solidFill>
                        <a:srgbClr val="FFBD4C"/>
                      </a:solidFill>
                      <a:latin typeface="Montserrat" panose="00000500000000000000" pitchFamily="2" charset="0"/>
                    </a:rPr>
                    <a:t>Determining Information Requirements</a:t>
                  </a:r>
                  <a:endParaRPr sz="3200" b="1" i="0" u="none" strike="noStrike" cap="none" dirty="0">
                    <a:solidFill>
                      <a:srgbClr val="FFBD4C"/>
                    </a:solidFill>
                    <a:latin typeface="Montserrat" panose="00000500000000000000" pitchFamily="2" charset="0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5" name="Google Shape;275;p12"/>
              <p:cNvGrpSpPr/>
              <p:nvPr/>
            </p:nvGrpSpPr>
            <p:grpSpPr>
              <a:xfrm>
                <a:off x="8032222" y="3727880"/>
                <a:ext cx="1758191" cy="2032570"/>
                <a:chOff x="26100" y="-5542"/>
                <a:chExt cx="703079" cy="812800"/>
              </a:xfrm>
            </p:grpSpPr>
            <p:sp>
              <p:nvSpPr>
                <p:cNvPr id="276" name="Google Shape;276;p12"/>
                <p:cNvSpPr/>
                <p:nvPr/>
              </p:nvSpPr>
              <p:spPr>
                <a:xfrm>
                  <a:off x="99481" y="-5542"/>
                  <a:ext cx="629698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 extrusionOk="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BD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/>
                </a:p>
              </p:txBody>
            </p:sp>
            <p:sp>
              <p:nvSpPr>
                <p:cNvPr id="277" name="Google Shape;277;p12"/>
                <p:cNvSpPr txBox="1"/>
                <p:nvPr/>
              </p:nvSpPr>
              <p:spPr>
                <a:xfrm>
                  <a:off x="26100" y="23168"/>
                  <a:ext cx="660400" cy="717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9" name="Google Shape;289;p12"/>
              <p:cNvSpPr txBox="1"/>
              <p:nvPr/>
            </p:nvSpPr>
            <p:spPr>
              <a:xfrm>
                <a:off x="8705293" y="3735711"/>
                <a:ext cx="595551" cy="19389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399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0" b="1" i="0" u="none" strike="noStrike" cap="none" dirty="0">
                    <a:solidFill>
                      <a:srgbClr val="0C0F27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2</a:t>
                </a:r>
                <a:endParaRPr b="1" dirty="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A12A12B-5BEA-E2FA-61AD-A85E32C04A1D}"/>
                </a:ext>
              </a:extLst>
            </p:cNvPr>
            <p:cNvGrpSpPr/>
            <p:nvPr/>
          </p:nvGrpSpPr>
          <p:grpSpPr>
            <a:xfrm>
              <a:off x="12097328" y="4210042"/>
              <a:ext cx="4029973" cy="4824319"/>
              <a:chOff x="12917669" y="3657740"/>
              <a:chExt cx="3927849" cy="4990757"/>
            </a:xfrm>
          </p:grpSpPr>
          <p:grpSp>
            <p:nvGrpSpPr>
              <p:cNvPr id="263" name="Google Shape;263;p12"/>
              <p:cNvGrpSpPr/>
              <p:nvPr/>
            </p:nvGrpSpPr>
            <p:grpSpPr>
              <a:xfrm>
                <a:off x="12917669" y="4148312"/>
                <a:ext cx="3927849" cy="4500185"/>
                <a:chOff x="207539" y="-38100"/>
                <a:chExt cx="885857" cy="1442558"/>
              </a:xfrm>
            </p:grpSpPr>
            <p:sp>
              <p:nvSpPr>
                <p:cNvPr id="264" name="Google Shape;264;p12"/>
                <p:cNvSpPr/>
                <p:nvPr/>
              </p:nvSpPr>
              <p:spPr>
                <a:xfrm>
                  <a:off x="207539" y="14729"/>
                  <a:ext cx="885857" cy="1389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386" h="1404458" extrusionOk="0">
                      <a:moveTo>
                        <a:pt x="45383" y="0"/>
                      </a:moveTo>
                      <a:lnTo>
                        <a:pt x="1098002" y="0"/>
                      </a:lnTo>
                      <a:cubicBezTo>
                        <a:pt x="1110038" y="0"/>
                        <a:pt x="1121582" y="4781"/>
                        <a:pt x="1130093" y="13293"/>
                      </a:cubicBezTo>
                      <a:cubicBezTo>
                        <a:pt x="1138604" y="21804"/>
                        <a:pt x="1143386" y="33347"/>
                        <a:pt x="1143386" y="45383"/>
                      </a:cubicBezTo>
                      <a:lnTo>
                        <a:pt x="1143386" y="1359074"/>
                      </a:lnTo>
                      <a:cubicBezTo>
                        <a:pt x="1143386" y="1371111"/>
                        <a:pt x="1138604" y="1382654"/>
                        <a:pt x="1130093" y="1391165"/>
                      </a:cubicBezTo>
                      <a:cubicBezTo>
                        <a:pt x="1121582" y="1399676"/>
                        <a:pt x="1110038" y="1404458"/>
                        <a:pt x="1098002" y="1404458"/>
                      </a:cubicBezTo>
                      <a:lnTo>
                        <a:pt x="45383" y="1404458"/>
                      </a:lnTo>
                      <a:cubicBezTo>
                        <a:pt x="20319" y="1404458"/>
                        <a:pt x="0" y="1384139"/>
                        <a:pt x="0" y="1359074"/>
                      </a:cubicBezTo>
                      <a:lnTo>
                        <a:pt x="0" y="45383"/>
                      </a:lnTo>
                      <a:cubicBezTo>
                        <a:pt x="0" y="33347"/>
                        <a:pt x="4781" y="21804"/>
                        <a:pt x="13293" y="13293"/>
                      </a:cubicBezTo>
                      <a:cubicBezTo>
                        <a:pt x="21804" y="4781"/>
                        <a:pt x="33347" y="0"/>
                        <a:pt x="45383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sq" cmpd="sng">
                  <a:solidFill>
                    <a:srgbClr val="FFBD4C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/>
                </a:p>
              </p:txBody>
            </p:sp>
            <p:sp>
              <p:nvSpPr>
                <p:cNvPr id="265" name="Google Shape;265;p12"/>
                <p:cNvSpPr txBox="1"/>
                <p:nvPr/>
              </p:nvSpPr>
              <p:spPr>
                <a:xfrm>
                  <a:off x="207539" y="-38100"/>
                  <a:ext cx="885856" cy="14425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n-US" sz="2800" b="1" dirty="0">
                    <a:solidFill>
                      <a:srgbClr val="FFBD4C"/>
                    </a:solidFill>
                    <a:latin typeface="Montserrat" panose="00000500000000000000" pitchFamily="2" charset="0"/>
                  </a:endParaRPr>
                </a:p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4000" b="1" dirty="0">
                      <a:solidFill>
                        <a:srgbClr val="FFBD4C"/>
                      </a:solidFill>
                      <a:latin typeface="Montserrat" panose="00000500000000000000" pitchFamily="2" charset="0"/>
                    </a:rPr>
                    <a:t>Analyzing System Needs</a:t>
                  </a:r>
                  <a:endParaRPr sz="3200" b="1" i="0" u="none" strike="noStrike" cap="none" dirty="0">
                    <a:solidFill>
                      <a:srgbClr val="FFBD4C"/>
                    </a:solidFill>
                    <a:latin typeface="Montserrat" panose="00000500000000000000" pitchFamily="2" charset="0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8" name="Google Shape;278;p12"/>
              <p:cNvGrpSpPr/>
              <p:nvPr/>
            </p:nvGrpSpPr>
            <p:grpSpPr>
              <a:xfrm>
                <a:off x="13761765" y="3743729"/>
                <a:ext cx="1776914" cy="2032570"/>
                <a:chOff x="41871" y="-11006"/>
                <a:chExt cx="710566" cy="812800"/>
              </a:xfrm>
            </p:grpSpPr>
            <p:sp>
              <p:nvSpPr>
                <p:cNvPr id="279" name="Google Shape;279;p12"/>
                <p:cNvSpPr/>
                <p:nvPr/>
              </p:nvSpPr>
              <p:spPr>
                <a:xfrm>
                  <a:off x="92010" y="-11006"/>
                  <a:ext cx="660427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 extrusionOk="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BD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/>
                </a:p>
              </p:txBody>
            </p:sp>
            <p:sp>
              <p:nvSpPr>
                <p:cNvPr id="280" name="Google Shape;280;p12"/>
                <p:cNvSpPr txBox="1"/>
                <p:nvPr/>
              </p:nvSpPr>
              <p:spPr>
                <a:xfrm>
                  <a:off x="41871" y="2591"/>
                  <a:ext cx="660400" cy="717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6611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0" name="Google Shape;290;p12"/>
              <p:cNvSpPr txBox="1"/>
              <p:nvPr/>
            </p:nvSpPr>
            <p:spPr>
              <a:xfrm>
                <a:off x="14368127" y="3657740"/>
                <a:ext cx="610433" cy="2005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399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0" b="1" i="0" u="none" strike="noStrike" cap="none" dirty="0">
                    <a:solidFill>
                      <a:srgbClr val="0C0F27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3</a:t>
                </a:r>
                <a:endParaRPr b="1" dirty="0"/>
              </a:p>
            </p:txBody>
          </p:sp>
        </p:grpSp>
      </p:grpSp>
      <p:grpSp>
        <p:nvGrpSpPr>
          <p:cNvPr id="291" name="Google Shape;291;p12"/>
          <p:cNvGrpSpPr/>
          <p:nvPr/>
        </p:nvGrpSpPr>
        <p:grpSpPr>
          <a:xfrm>
            <a:off x="16127302" y="568044"/>
            <a:ext cx="2137482" cy="475324"/>
            <a:chOff x="30956" y="22212"/>
            <a:chExt cx="2849976" cy="633766"/>
          </a:xfrm>
        </p:grpSpPr>
        <p:cxnSp>
          <p:nvCxnSpPr>
            <p:cNvPr id="292" name="Google Shape;292;p12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3" name="Google Shape;293;p12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4" name="Google Shape;294;p12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5" name="Google Shape;295;p12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6" name="Google Shape;296;p12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7" name="Google Shape;297;p12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8" name="Google Shape;298;p12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14"/>
          <p:cNvGrpSpPr/>
          <p:nvPr/>
        </p:nvGrpSpPr>
        <p:grpSpPr>
          <a:xfrm>
            <a:off x="9148948" y="956725"/>
            <a:ext cx="8505476" cy="8487078"/>
            <a:chOff x="0" y="-38100"/>
            <a:chExt cx="2850432" cy="1606034"/>
          </a:xfrm>
        </p:grpSpPr>
        <p:sp>
          <p:nvSpPr>
            <p:cNvPr id="344" name="Google Shape;344;p14"/>
            <p:cNvSpPr/>
            <p:nvPr/>
          </p:nvSpPr>
          <p:spPr>
            <a:xfrm>
              <a:off x="0" y="0"/>
              <a:ext cx="2850432" cy="1567934"/>
            </a:xfrm>
            <a:custGeom>
              <a:avLst/>
              <a:gdLst/>
              <a:ahLst/>
              <a:cxnLst/>
              <a:rect l="l" t="t" r="r" b="b"/>
              <a:pathLst>
                <a:path w="2850432" h="1567934" extrusionOk="0">
                  <a:moveTo>
                    <a:pt x="18205" y="0"/>
                  </a:moveTo>
                  <a:lnTo>
                    <a:pt x="2832227" y="0"/>
                  </a:lnTo>
                  <a:cubicBezTo>
                    <a:pt x="2837056" y="0"/>
                    <a:pt x="2841686" y="1918"/>
                    <a:pt x="2845100" y="5332"/>
                  </a:cubicBezTo>
                  <a:cubicBezTo>
                    <a:pt x="2848514" y="8746"/>
                    <a:pt x="2850432" y="13376"/>
                    <a:pt x="2850432" y="18205"/>
                  </a:cubicBezTo>
                  <a:lnTo>
                    <a:pt x="2850432" y="1549729"/>
                  </a:lnTo>
                  <a:cubicBezTo>
                    <a:pt x="2850432" y="1559783"/>
                    <a:pt x="2842281" y="1567934"/>
                    <a:pt x="2832227" y="1567934"/>
                  </a:cubicBezTo>
                  <a:lnTo>
                    <a:pt x="18205" y="1567934"/>
                  </a:lnTo>
                  <a:cubicBezTo>
                    <a:pt x="8150" y="1567934"/>
                    <a:pt x="0" y="1559783"/>
                    <a:pt x="0" y="1549729"/>
                  </a:cubicBezTo>
                  <a:lnTo>
                    <a:pt x="0" y="18205"/>
                  </a:lnTo>
                  <a:cubicBezTo>
                    <a:pt x="0" y="8150"/>
                    <a:pt x="8150" y="0"/>
                    <a:pt x="182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 txBox="1"/>
            <p:nvPr/>
          </p:nvSpPr>
          <p:spPr>
            <a:xfrm>
              <a:off x="0" y="-38100"/>
              <a:ext cx="2850432" cy="1606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6" name="Google Shape;34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9546" y="5181309"/>
            <a:ext cx="593850" cy="2987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14"/>
          <p:cNvGrpSpPr/>
          <p:nvPr/>
        </p:nvGrpSpPr>
        <p:grpSpPr>
          <a:xfrm>
            <a:off x="3464378" y="3000362"/>
            <a:ext cx="2539814" cy="2539814"/>
            <a:chOff x="0" y="0"/>
            <a:chExt cx="812800" cy="812800"/>
          </a:xfrm>
        </p:grpSpPr>
        <p:sp>
          <p:nvSpPr>
            <p:cNvPr id="349" name="Google Shape;349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14"/>
          <p:cNvSpPr txBox="1"/>
          <p:nvPr/>
        </p:nvSpPr>
        <p:spPr>
          <a:xfrm>
            <a:off x="633576" y="5503709"/>
            <a:ext cx="8226701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FFBD4C"/>
                </a:solidFill>
                <a:latin typeface="Montserrat" panose="00000500000000000000" pitchFamily="2" charset="0"/>
              </a:rPr>
              <a:t>Identifying the Problem</a:t>
            </a:r>
          </a:p>
        </p:txBody>
      </p:sp>
      <p:sp>
        <p:nvSpPr>
          <p:cNvPr id="352" name="Google Shape;352;p14"/>
          <p:cNvSpPr txBox="1"/>
          <p:nvPr/>
        </p:nvSpPr>
        <p:spPr>
          <a:xfrm>
            <a:off x="9432524" y="1265515"/>
            <a:ext cx="7383394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None/>
            </a:pPr>
            <a:r>
              <a:rPr lang="en-US" sz="3600" dirty="0">
                <a:solidFill>
                  <a:schemeClr val="bg1"/>
                </a:solidFill>
                <a:latin typeface="Montserrat" panose="00000500000000000000" pitchFamily="2" charset="0"/>
              </a:rPr>
              <a:t>In </a:t>
            </a:r>
            <a:r>
              <a:rPr lang="en-US" sz="3600">
                <a:solidFill>
                  <a:schemeClr val="bg1"/>
                </a:solidFill>
                <a:latin typeface="Montserrat" panose="00000500000000000000" pitchFamily="2" charset="0"/>
              </a:rPr>
              <a:t>many </a:t>
            </a:r>
            <a:r>
              <a:rPr lang="en-US" sz="3600" b="1">
                <a:solidFill>
                  <a:schemeClr val="bg1"/>
                </a:solidFill>
                <a:latin typeface="Montserrat" panose="00000500000000000000" pitchFamily="2" charset="0"/>
              </a:rPr>
              <a:t>clinics</a:t>
            </a:r>
            <a:r>
              <a:rPr lang="en-US" sz="3600" dirty="0">
                <a:solidFill>
                  <a:schemeClr val="bg1"/>
                </a:solidFill>
                <a:latin typeface="Montserrat" panose="00000500000000000000" pitchFamily="2" charset="0"/>
              </a:rPr>
              <a:t>, patient appointments are mismanaged due to manual processes, resulting in mixed-up schedules, long wait times, and patient no-shows. There’s a lack of real-time communication between doctors, receptionists, and patients. This system aims to automate and optimize the booking process by providing appointment scheduling, reminders, and visibility into doctor availability.</a:t>
            </a:r>
            <a:endParaRPr lang="ar-EG" sz="3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53" name="Google Shape;353;p14"/>
          <p:cNvSpPr txBox="1"/>
          <p:nvPr/>
        </p:nvSpPr>
        <p:spPr>
          <a:xfrm>
            <a:off x="3248309" y="3049824"/>
            <a:ext cx="28695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49" b="0" i="0" u="none" strike="noStrike" cap="none">
                <a:solidFill>
                  <a:srgbClr val="0C0F27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cxnSp>
        <p:nvCxnSpPr>
          <p:cNvPr id="354" name="Google Shape;354;p14"/>
          <p:cNvCxnSpPr/>
          <p:nvPr/>
        </p:nvCxnSpPr>
        <p:spPr>
          <a:xfrm>
            <a:off x="0" y="813642"/>
            <a:ext cx="7948735" cy="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55" name="Google Shape;355;p14"/>
          <p:cNvGrpSpPr/>
          <p:nvPr/>
        </p:nvGrpSpPr>
        <p:grpSpPr>
          <a:xfrm>
            <a:off x="896603" y="493738"/>
            <a:ext cx="1871770" cy="639807"/>
            <a:chOff x="0" y="0"/>
            <a:chExt cx="2495693" cy="853076"/>
          </a:xfrm>
        </p:grpSpPr>
        <p:grpSp>
          <p:nvGrpSpPr>
            <p:cNvPr id="356" name="Google Shape;356;p14"/>
            <p:cNvGrpSpPr/>
            <p:nvPr/>
          </p:nvGrpSpPr>
          <p:grpSpPr>
            <a:xfrm rot="5400000">
              <a:off x="0" y="0"/>
              <a:ext cx="853076" cy="853076"/>
              <a:chOff x="0" y="0"/>
              <a:chExt cx="812800" cy="812800"/>
            </a:xfrm>
          </p:grpSpPr>
          <p:sp>
            <p:nvSpPr>
              <p:cNvPr id="357" name="Google Shape;357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" name="Google Shape;359;p14"/>
            <p:cNvGrpSpPr/>
            <p:nvPr/>
          </p:nvGrpSpPr>
          <p:grpSpPr>
            <a:xfrm rot="5400000">
              <a:off x="1105041" y="91998"/>
              <a:ext cx="669081" cy="669081"/>
              <a:chOff x="0" y="0"/>
              <a:chExt cx="812800" cy="812800"/>
            </a:xfrm>
          </p:grpSpPr>
          <p:sp>
            <p:nvSpPr>
              <p:cNvPr id="360" name="Google Shape;360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1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2" name="Google Shape;362;p14"/>
            <p:cNvGrpSpPr/>
            <p:nvPr/>
          </p:nvGrpSpPr>
          <p:grpSpPr>
            <a:xfrm rot="5400000">
              <a:off x="2026087" y="191735"/>
              <a:ext cx="469606" cy="469606"/>
              <a:chOff x="0" y="0"/>
              <a:chExt cx="812800" cy="812800"/>
            </a:xfrm>
          </p:grpSpPr>
          <p:sp>
            <p:nvSpPr>
              <p:cNvPr id="363" name="Google Shape;36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1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4"/>
          <p:cNvGrpSpPr/>
          <p:nvPr/>
        </p:nvGrpSpPr>
        <p:grpSpPr>
          <a:xfrm rot="5400000">
            <a:off x="7796313" y="637540"/>
            <a:ext cx="352204" cy="352204"/>
            <a:chOff x="0" y="0"/>
            <a:chExt cx="812800" cy="812800"/>
          </a:xfrm>
        </p:grpSpPr>
        <p:sp>
          <p:nvSpPr>
            <p:cNvPr id="366" name="Google Shape;366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4"/>
          <p:cNvGrpSpPr/>
          <p:nvPr/>
        </p:nvGrpSpPr>
        <p:grpSpPr>
          <a:xfrm>
            <a:off x="15618305" y="1755"/>
            <a:ext cx="2137482" cy="475324"/>
            <a:chOff x="30956" y="22212"/>
            <a:chExt cx="2849976" cy="633766"/>
          </a:xfrm>
        </p:grpSpPr>
        <p:cxnSp>
          <p:nvCxnSpPr>
            <p:cNvPr id="369" name="Google Shape;369;p14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0" name="Google Shape;370;p14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1" name="Google Shape;371;p14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2" name="Google Shape;372;p14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3" name="Google Shape;373;p14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4" name="Google Shape;374;p14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5" name="Google Shape;375;p14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76" name="Google Shape;376;p14"/>
          <p:cNvGrpSpPr/>
          <p:nvPr/>
        </p:nvGrpSpPr>
        <p:grpSpPr>
          <a:xfrm rot="5400000">
            <a:off x="-814419" y="7426244"/>
            <a:ext cx="2137482" cy="475324"/>
            <a:chOff x="30956" y="22212"/>
            <a:chExt cx="2849976" cy="633766"/>
          </a:xfrm>
        </p:grpSpPr>
        <p:cxnSp>
          <p:nvCxnSpPr>
            <p:cNvPr id="377" name="Google Shape;377;p14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8" name="Google Shape;378;p14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9" name="Google Shape;379;p14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0" name="Google Shape;380;p14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1" name="Google Shape;381;p14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2" name="Google Shape;382;p14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3" name="Google Shape;383;p14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457">
          <a:extLst>
            <a:ext uri="{FF2B5EF4-FFF2-40B4-BE49-F238E27FC236}">
              <a16:creationId xmlns:a16="http://schemas.microsoft.com/office/drawing/2014/main" id="{EBD42DAF-FEDD-B548-0E54-DEF8CF833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17">
            <a:extLst>
              <a:ext uri="{FF2B5EF4-FFF2-40B4-BE49-F238E27FC236}">
                <a16:creationId xmlns:a16="http://schemas.microsoft.com/office/drawing/2014/main" id="{85813A18-F881-BA38-94F4-E47589BFE6DB}"/>
              </a:ext>
            </a:extLst>
          </p:cNvPr>
          <p:cNvGrpSpPr/>
          <p:nvPr/>
        </p:nvGrpSpPr>
        <p:grpSpPr>
          <a:xfrm>
            <a:off x="7597569" y="5280198"/>
            <a:ext cx="10026748" cy="5498972"/>
            <a:chOff x="0" y="0"/>
            <a:chExt cx="2422812" cy="1917420"/>
          </a:xfrm>
        </p:grpSpPr>
        <p:sp>
          <p:nvSpPr>
            <p:cNvPr id="459" name="Google Shape;459;p17">
              <a:extLst>
                <a:ext uri="{FF2B5EF4-FFF2-40B4-BE49-F238E27FC236}">
                  <a16:creationId xmlns:a16="http://schemas.microsoft.com/office/drawing/2014/main" id="{37C8F11C-8436-95DC-08F4-235719B69CE4}"/>
                </a:ext>
              </a:extLst>
            </p:cNvPr>
            <p:cNvSpPr/>
            <p:nvPr/>
          </p:nvSpPr>
          <p:spPr>
            <a:xfrm>
              <a:off x="0" y="0"/>
              <a:ext cx="2261714" cy="1567934"/>
            </a:xfrm>
            <a:custGeom>
              <a:avLst/>
              <a:gdLst/>
              <a:ahLst/>
              <a:cxnLst/>
              <a:rect l="l" t="t" r="r" b="b"/>
              <a:pathLst>
                <a:path w="2261714" h="1567934" extrusionOk="0">
                  <a:moveTo>
                    <a:pt x="22943" y="0"/>
                  </a:moveTo>
                  <a:lnTo>
                    <a:pt x="2238771" y="0"/>
                  </a:lnTo>
                  <a:cubicBezTo>
                    <a:pt x="2251442" y="0"/>
                    <a:pt x="2261714" y="10272"/>
                    <a:pt x="2261714" y="22943"/>
                  </a:cubicBezTo>
                  <a:lnTo>
                    <a:pt x="2261714" y="1544990"/>
                  </a:lnTo>
                  <a:cubicBezTo>
                    <a:pt x="2261714" y="1551075"/>
                    <a:pt x="2259297" y="1556911"/>
                    <a:pt x="2254994" y="1561214"/>
                  </a:cubicBezTo>
                  <a:cubicBezTo>
                    <a:pt x="2250691" y="1565516"/>
                    <a:pt x="2244856" y="1567934"/>
                    <a:pt x="2238771" y="1567934"/>
                  </a:cubicBezTo>
                  <a:lnTo>
                    <a:pt x="22943" y="1567934"/>
                  </a:lnTo>
                  <a:cubicBezTo>
                    <a:pt x="10272" y="1567934"/>
                    <a:pt x="0" y="1557662"/>
                    <a:pt x="0" y="1544990"/>
                  </a:cubicBezTo>
                  <a:lnTo>
                    <a:pt x="0" y="22943"/>
                  </a:lnTo>
                  <a:cubicBezTo>
                    <a:pt x="0" y="10272"/>
                    <a:pt x="10272" y="0"/>
                    <a:pt x="2294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7">
              <a:extLst>
                <a:ext uri="{FF2B5EF4-FFF2-40B4-BE49-F238E27FC236}">
                  <a16:creationId xmlns:a16="http://schemas.microsoft.com/office/drawing/2014/main" id="{5260C1B4-F7DA-C797-FDFC-E9AFB929098E}"/>
                </a:ext>
              </a:extLst>
            </p:cNvPr>
            <p:cNvSpPr txBox="1"/>
            <p:nvPr/>
          </p:nvSpPr>
          <p:spPr>
            <a:xfrm>
              <a:off x="163538" y="211741"/>
              <a:ext cx="2259274" cy="17056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>
                <a:buNone/>
              </a:pPr>
              <a:r>
                <a:rPr lang="en-US" sz="4800" b="1" dirty="0">
                  <a:solidFill>
                    <a:srgbClr val="FFBD4C"/>
                  </a:solidFill>
                  <a:latin typeface="Montserrat" panose="00000500000000000000" pitchFamily="2" charset="0"/>
                </a:rPr>
                <a:t>2.</a:t>
              </a:r>
              <a:r>
                <a:rPr lang="ar-EG" sz="4800" b="1" dirty="0">
                  <a:solidFill>
                    <a:srgbClr val="FFBD4C"/>
                  </a:solidFill>
                  <a:latin typeface="Montserrat" panose="00000500000000000000" pitchFamily="2" charset="0"/>
                </a:rPr>
                <a:t>1</a:t>
              </a:r>
              <a:r>
                <a:rPr lang="en-US" sz="4800" b="1" dirty="0">
                  <a:solidFill>
                    <a:srgbClr val="FFBD4C"/>
                  </a:solidFill>
                  <a:latin typeface="Montserrat" panose="00000500000000000000" pitchFamily="2" charset="0"/>
                </a:rPr>
                <a:t> The interview </a:t>
              </a:r>
            </a:p>
            <a:p>
              <a:pPr>
                <a:buNone/>
              </a:pPr>
              <a:endParaRPr lang="en-US" sz="4800" b="1" dirty="0">
                <a:solidFill>
                  <a:srgbClr val="FFBD4C"/>
                </a:solidFill>
                <a:latin typeface="Montserrat" panose="00000500000000000000" pitchFamily="2" charset="0"/>
              </a:endParaRPr>
            </a:p>
            <a:p>
              <a:pPr>
                <a:buNone/>
              </a:pPr>
              <a:r>
                <a:rPr lang="en-US" sz="4800" b="1" dirty="0">
                  <a:solidFill>
                    <a:srgbClr val="FFBD4C"/>
                  </a:solidFill>
                  <a:latin typeface="Montserrat" panose="00000500000000000000" pitchFamily="2" charset="0"/>
                </a:rPr>
                <a:t>2.2 interview Insights  </a:t>
              </a:r>
            </a:p>
            <a:p>
              <a:pPr>
                <a:buNone/>
              </a:pPr>
              <a:endParaRPr lang="en-US" sz="4800" b="1" dirty="0">
                <a:solidFill>
                  <a:srgbClr val="FFBD4C"/>
                </a:solidFill>
                <a:latin typeface="Montserrat" panose="00000500000000000000" pitchFamily="2" charset="0"/>
              </a:endParaRPr>
            </a:p>
            <a:p>
              <a:pPr>
                <a:buNone/>
              </a:pPr>
              <a:r>
                <a:rPr lang="en-US" sz="4800" b="1" dirty="0">
                  <a:solidFill>
                    <a:srgbClr val="FFBD4C"/>
                  </a:solidFill>
                  <a:latin typeface="Montserrat" panose="00000500000000000000" pitchFamily="2" charset="0"/>
                </a:rPr>
                <a:t> </a:t>
              </a:r>
            </a:p>
          </p:txBody>
        </p:sp>
      </p:grpSp>
      <p:pic>
        <p:nvPicPr>
          <p:cNvPr id="464" name="Google Shape;464;p17">
            <a:extLst>
              <a:ext uri="{FF2B5EF4-FFF2-40B4-BE49-F238E27FC236}">
                <a16:creationId xmlns:a16="http://schemas.microsoft.com/office/drawing/2014/main" id="{877255F0-2E3E-AF54-F92E-1C912E04E94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7314" y="7597243"/>
            <a:ext cx="2182800" cy="127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17">
            <a:extLst>
              <a:ext uri="{FF2B5EF4-FFF2-40B4-BE49-F238E27FC236}">
                <a16:creationId xmlns:a16="http://schemas.microsoft.com/office/drawing/2014/main" id="{5AE1C777-181C-CCA4-5BF2-F2DEB809E89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50" y="446410"/>
            <a:ext cx="387650" cy="1932193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7">
            <a:extLst>
              <a:ext uri="{FF2B5EF4-FFF2-40B4-BE49-F238E27FC236}">
                <a16:creationId xmlns:a16="http://schemas.microsoft.com/office/drawing/2014/main" id="{883A69A7-2985-81E6-5F51-536A8ECDAEE5}"/>
              </a:ext>
            </a:extLst>
          </p:cNvPr>
          <p:cNvSpPr txBox="1"/>
          <p:nvPr/>
        </p:nvSpPr>
        <p:spPr>
          <a:xfrm>
            <a:off x="1003051" y="3183375"/>
            <a:ext cx="16662927" cy="189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FFBD4C"/>
                </a:solidFill>
                <a:latin typeface="Montserrat" panose="00000500000000000000" pitchFamily="2" charset="0"/>
              </a:rPr>
              <a:t>Determining </a:t>
            </a:r>
            <a:r>
              <a:rPr lang="en-US" sz="6600" b="1" dirty="0">
                <a:solidFill>
                  <a:srgbClr val="FFBD4C"/>
                </a:solidFill>
                <a:latin typeface="Montserrat" panose="00000500000000000000" pitchFamily="2" charset="0"/>
              </a:rPr>
              <a:t>Information</a:t>
            </a:r>
            <a:r>
              <a:rPr lang="en-US" sz="6000" b="1" dirty="0">
                <a:solidFill>
                  <a:srgbClr val="FFBD4C"/>
                </a:solidFill>
                <a:latin typeface="Montserrat" panose="00000500000000000000" pitchFamily="2" charset="0"/>
              </a:rPr>
              <a:t> Requirements</a:t>
            </a:r>
            <a:endParaRPr lang="en-US" sz="4800" b="1" i="0" u="none" strike="noStrike" cap="none" dirty="0">
              <a:solidFill>
                <a:srgbClr val="FFBD4C"/>
              </a:solidFill>
              <a:latin typeface="Montserrat" panose="00000500000000000000" pitchFamily="2" charset="0"/>
              <a:ea typeface="Calibri"/>
              <a:cs typeface="Calibri"/>
              <a:sym typeface="Calibri"/>
            </a:endParaRPr>
          </a:p>
        </p:txBody>
      </p:sp>
      <p:grpSp>
        <p:nvGrpSpPr>
          <p:cNvPr id="469" name="Google Shape;469;p17">
            <a:extLst>
              <a:ext uri="{FF2B5EF4-FFF2-40B4-BE49-F238E27FC236}">
                <a16:creationId xmlns:a16="http://schemas.microsoft.com/office/drawing/2014/main" id="{FDA49B97-F79D-4D23-675D-30713D1F226E}"/>
              </a:ext>
            </a:extLst>
          </p:cNvPr>
          <p:cNvGrpSpPr/>
          <p:nvPr/>
        </p:nvGrpSpPr>
        <p:grpSpPr>
          <a:xfrm>
            <a:off x="3486629" y="516528"/>
            <a:ext cx="2527630" cy="2539814"/>
            <a:chOff x="0" y="0"/>
            <a:chExt cx="812800" cy="812800"/>
          </a:xfrm>
        </p:grpSpPr>
        <p:sp>
          <p:nvSpPr>
            <p:cNvPr id="470" name="Google Shape;470;p17">
              <a:extLst>
                <a:ext uri="{FF2B5EF4-FFF2-40B4-BE49-F238E27FC236}">
                  <a16:creationId xmlns:a16="http://schemas.microsoft.com/office/drawing/2014/main" id="{F9C2861A-1FF6-A290-8465-49903FC3839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7">
              <a:extLst>
                <a:ext uri="{FF2B5EF4-FFF2-40B4-BE49-F238E27FC236}">
                  <a16:creationId xmlns:a16="http://schemas.microsoft.com/office/drawing/2014/main" id="{9C061E97-B683-9BE0-F411-00C82498832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2" name="Google Shape;472;p17">
            <a:extLst>
              <a:ext uri="{FF2B5EF4-FFF2-40B4-BE49-F238E27FC236}">
                <a16:creationId xmlns:a16="http://schemas.microsoft.com/office/drawing/2014/main" id="{AE218098-E3FA-035D-C798-8CD4F3041200}"/>
              </a:ext>
            </a:extLst>
          </p:cNvPr>
          <p:cNvSpPr txBox="1"/>
          <p:nvPr/>
        </p:nvSpPr>
        <p:spPr>
          <a:xfrm>
            <a:off x="3258836" y="724071"/>
            <a:ext cx="2855735" cy="247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b="1" dirty="0">
                <a:solidFill>
                  <a:schemeClr val="tx1"/>
                </a:solidFill>
                <a:latin typeface="Montserrat" panose="00000500000000000000" pitchFamily="2" charset="0"/>
              </a:rPr>
              <a:t>2</a:t>
            </a:r>
            <a:endParaRPr sz="1600" dirty="0">
              <a:solidFill>
                <a:schemeClr val="tx1"/>
              </a:solidFill>
            </a:endParaRPr>
          </a:p>
        </p:txBody>
      </p:sp>
      <p:grpSp>
        <p:nvGrpSpPr>
          <p:cNvPr id="473" name="Google Shape;473;p17">
            <a:extLst>
              <a:ext uri="{FF2B5EF4-FFF2-40B4-BE49-F238E27FC236}">
                <a16:creationId xmlns:a16="http://schemas.microsoft.com/office/drawing/2014/main" id="{ED84E177-7861-9077-E31D-FA07ECEC3699}"/>
              </a:ext>
            </a:extLst>
          </p:cNvPr>
          <p:cNvGrpSpPr/>
          <p:nvPr/>
        </p:nvGrpSpPr>
        <p:grpSpPr>
          <a:xfrm>
            <a:off x="14010062" y="536717"/>
            <a:ext cx="2137482" cy="475324"/>
            <a:chOff x="30956" y="22212"/>
            <a:chExt cx="2849976" cy="633766"/>
          </a:xfrm>
        </p:grpSpPr>
        <p:cxnSp>
          <p:nvCxnSpPr>
            <p:cNvPr id="474" name="Google Shape;474;p17">
              <a:extLst>
                <a:ext uri="{FF2B5EF4-FFF2-40B4-BE49-F238E27FC236}">
                  <a16:creationId xmlns:a16="http://schemas.microsoft.com/office/drawing/2014/main" id="{300815C3-B305-422B-0D0E-D29B3123F6E2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5" name="Google Shape;475;p17">
              <a:extLst>
                <a:ext uri="{FF2B5EF4-FFF2-40B4-BE49-F238E27FC236}">
                  <a16:creationId xmlns:a16="http://schemas.microsoft.com/office/drawing/2014/main" id="{727FDD11-498F-F3DC-69D7-510224764373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6" name="Google Shape;476;p17">
              <a:extLst>
                <a:ext uri="{FF2B5EF4-FFF2-40B4-BE49-F238E27FC236}">
                  <a16:creationId xmlns:a16="http://schemas.microsoft.com/office/drawing/2014/main" id="{6AFACAA6-7B66-0EB0-E996-95637F7663F2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7" name="Google Shape;477;p17">
              <a:extLst>
                <a:ext uri="{FF2B5EF4-FFF2-40B4-BE49-F238E27FC236}">
                  <a16:creationId xmlns:a16="http://schemas.microsoft.com/office/drawing/2014/main" id="{D79180CE-F719-2AA6-30E2-DFA3103ED693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8" name="Google Shape;478;p17">
              <a:extLst>
                <a:ext uri="{FF2B5EF4-FFF2-40B4-BE49-F238E27FC236}">
                  <a16:creationId xmlns:a16="http://schemas.microsoft.com/office/drawing/2014/main" id="{0980C320-003E-9564-2D73-13A685E7D954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9" name="Google Shape;479;p17">
              <a:extLst>
                <a:ext uri="{FF2B5EF4-FFF2-40B4-BE49-F238E27FC236}">
                  <a16:creationId xmlns:a16="http://schemas.microsoft.com/office/drawing/2014/main" id="{E3B30557-DEAC-90A9-192B-5E1FBCBEA17F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0" name="Google Shape;480;p17">
              <a:extLst>
                <a:ext uri="{FF2B5EF4-FFF2-40B4-BE49-F238E27FC236}">
                  <a16:creationId xmlns:a16="http://schemas.microsoft.com/office/drawing/2014/main" id="{9B4A563A-4204-A543-ADCC-CAA27DFDBB12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81" name="Google Shape;481;p17">
            <a:extLst>
              <a:ext uri="{FF2B5EF4-FFF2-40B4-BE49-F238E27FC236}">
                <a16:creationId xmlns:a16="http://schemas.microsoft.com/office/drawing/2014/main" id="{317744CE-F7DA-D70F-CF21-EEC7BA67504C}"/>
              </a:ext>
            </a:extLst>
          </p:cNvPr>
          <p:cNvGrpSpPr/>
          <p:nvPr/>
        </p:nvGrpSpPr>
        <p:grpSpPr>
          <a:xfrm>
            <a:off x="16127302" y="536717"/>
            <a:ext cx="2137482" cy="475324"/>
            <a:chOff x="30956" y="22212"/>
            <a:chExt cx="2849976" cy="633766"/>
          </a:xfrm>
        </p:grpSpPr>
        <p:cxnSp>
          <p:nvCxnSpPr>
            <p:cNvPr id="482" name="Google Shape;482;p17">
              <a:extLst>
                <a:ext uri="{FF2B5EF4-FFF2-40B4-BE49-F238E27FC236}">
                  <a16:creationId xmlns:a16="http://schemas.microsoft.com/office/drawing/2014/main" id="{AEEBAE18-6CAE-57EB-00B8-55C04EE6D1DC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3" name="Google Shape;483;p17">
              <a:extLst>
                <a:ext uri="{FF2B5EF4-FFF2-40B4-BE49-F238E27FC236}">
                  <a16:creationId xmlns:a16="http://schemas.microsoft.com/office/drawing/2014/main" id="{60ABBE3B-C8DC-B9FB-1AA8-793625312B1D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4" name="Google Shape;484;p17">
              <a:extLst>
                <a:ext uri="{FF2B5EF4-FFF2-40B4-BE49-F238E27FC236}">
                  <a16:creationId xmlns:a16="http://schemas.microsoft.com/office/drawing/2014/main" id="{D9FE6DBB-9235-3C3D-F930-9891E9CC6680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5" name="Google Shape;485;p17">
              <a:extLst>
                <a:ext uri="{FF2B5EF4-FFF2-40B4-BE49-F238E27FC236}">
                  <a16:creationId xmlns:a16="http://schemas.microsoft.com/office/drawing/2014/main" id="{D9D9A568-888C-61E8-5B61-F3826651217A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6" name="Google Shape;486;p17">
              <a:extLst>
                <a:ext uri="{FF2B5EF4-FFF2-40B4-BE49-F238E27FC236}">
                  <a16:creationId xmlns:a16="http://schemas.microsoft.com/office/drawing/2014/main" id="{BF0AABE5-7D75-A585-FFEF-301E19278957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7" name="Google Shape;487;p17">
              <a:extLst>
                <a:ext uri="{FF2B5EF4-FFF2-40B4-BE49-F238E27FC236}">
                  <a16:creationId xmlns:a16="http://schemas.microsoft.com/office/drawing/2014/main" id="{A108A856-5586-30AE-98D1-816EC8F07878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8" name="Google Shape;488;p17">
              <a:extLst>
                <a:ext uri="{FF2B5EF4-FFF2-40B4-BE49-F238E27FC236}">
                  <a16:creationId xmlns:a16="http://schemas.microsoft.com/office/drawing/2014/main" id="{552C3302-8505-6011-D954-E7AA677B5ACE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3012358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C8C0E54B-8ADB-8C50-F59E-4080CB7DE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5" name="Google Shape;735;p23">
            <a:extLst>
              <a:ext uri="{FF2B5EF4-FFF2-40B4-BE49-F238E27FC236}">
                <a16:creationId xmlns:a16="http://schemas.microsoft.com/office/drawing/2014/main" id="{10F79F09-B42A-9A12-F8A5-F6CBF2568FF7}"/>
              </a:ext>
            </a:extLst>
          </p:cNvPr>
          <p:cNvGrpSpPr/>
          <p:nvPr/>
        </p:nvGrpSpPr>
        <p:grpSpPr>
          <a:xfrm rot="5400000">
            <a:off x="14776955" y="9402101"/>
            <a:ext cx="352204" cy="352204"/>
            <a:chOff x="0" y="0"/>
            <a:chExt cx="812800" cy="812800"/>
          </a:xfrm>
        </p:grpSpPr>
        <p:sp>
          <p:nvSpPr>
            <p:cNvPr id="736" name="Google Shape;736;p23">
              <a:extLst>
                <a:ext uri="{FF2B5EF4-FFF2-40B4-BE49-F238E27FC236}">
                  <a16:creationId xmlns:a16="http://schemas.microsoft.com/office/drawing/2014/main" id="{AF05F3C6-9D47-ACBC-5717-33FFEA45359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3">
              <a:extLst>
                <a:ext uri="{FF2B5EF4-FFF2-40B4-BE49-F238E27FC236}">
                  <a16:creationId xmlns:a16="http://schemas.microsoft.com/office/drawing/2014/main" id="{E1E5B11B-F313-2411-0D38-2EAB5539ED0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C1D06E3A-4305-F08F-EBC8-05BA8149AD86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E40DEF38-1FBB-023F-0D6E-3FDCA9EB0DBB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DCF86391-5E68-A385-CE74-27A35DBDCA09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53520E5E-E39E-EE7C-4B9D-C7151DCA8366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43CF0941-7866-F755-89EA-2B7A28E4CB56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6E04F3E5-335B-33B1-B27B-C3713F810B15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701F4DE1-3425-714A-372D-F23D50F377A4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E2C5DA96-1FB1-3011-729B-338200804F48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62B9EAAE-F884-58A4-D151-D82D4A86BE0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458;p17">
            <a:extLst>
              <a:ext uri="{FF2B5EF4-FFF2-40B4-BE49-F238E27FC236}">
                <a16:creationId xmlns:a16="http://schemas.microsoft.com/office/drawing/2014/main" id="{AC1D370B-D685-DD24-ACA5-AAE0F6C02A2D}"/>
              </a:ext>
            </a:extLst>
          </p:cNvPr>
          <p:cNvGrpSpPr/>
          <p:nvPr/>
        </p:nvGrpSpPr>
        <p:grpSpPr>
          <a:xfrm>
            <a:off x="599608" y="1184223"/>
            <a:ext cx="16609100" cy="8570081"/>
            <a:chOff x="0" y="-76844"/>
            <a:chExt cx="2288186" cy="1705679"/>
          </a:xfrm>
        </p:grpSpPr>
        <p:sp>
          <p:nvSpPr>
            <p:cNvPr id="4" name="Google Shape;459;p17">
              <a:extLst>
                <a:ext uri="{FF2B5EF4-FFF2-40B4-BE49-F238E27FC236}">
                  <a16:creationId xmlns:a16="http://schemas.microsoft.com/office/drawing/2014/main" id="{BDA2ABEC-78F8-F5EA-9AF2-224ADCC51CAC}"/>
                </a:ext>
              </a:extLst>
            </p:cNvPr>
            <p:cNvSpPr/>
            <p:nvPr/>
          </p:nvSpPr>
          <p:spPr>
            <a:xfrm>
              <a:off x="0" y="0"/>
              <a:ext cx="2261714" cy="1567934"/>
            </a:xfrm>
            <a:custGeom>
              <a:avLst/>
              <a:gdLst/>
              <a:ahLst/>
              <a:cxnLst/>
              <a:rect l="l" t="t" r="r" b="b"/>
              <a:pathLst>
                <a:path w="2261714" h="1567934" extrusionOk="0">
                  <a:moveTo>
                    <a:pt x="22943" y="0"/>
                  </a:moveTo>
                  <a:lnTo>
                    <a:pt x="2238771" y="0"/>
                  </a:lnTo>
                  <a:cubicBezTo>
                    <a:pt x="2251442" y="0"/>
                    <a:pt x="2261714" y="10272"/>
                    <a:pt x="2261714" y="22943"/>
                  </a:cubicBezTo>
                  <a:lnTo>
                    <a:pt x="2261714" y="1544990"/>
                  </a:lnTo>
                  <a:cubicBezTo>
                    <a:pt x="2261714" y="1551075"/>
                    <a:pt x="2259297" y="1556911"/>
                    <a:pt x="2254994" y="1561214"/>
                  </a:cubicBezTo>
                  <a:cubicBezTo>
                    <a:pt x="2250691" y="1565516"/>
                    <a:pt x="2244856" y="1567934"/>
                    <a:pt x="2238771" y="1567934"/>
                  </a:cubicBezTo>
                  <a:lnTo>
                    <a:pt x="22943" y="1567934"/>
                  </a:lnTo>
                  <a:cubicBezTo>
                    <a:pt x="10272" y="1567934"/>
                    <a:pt x="0" y="1557662"/>
                    <a:pt x="0" y="1544990"/>
                  </a:cubicBezTo>
                  <a:lnTo>
                    <a:pt x="0" y="22943"/>
                  </a:lnTo>
                  <a:cubicBezTo>
                    <a:pt x="0" y="10272"/>
                    <a:pt x="10272" y="0"/>
                    <a:pt x="2294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60;p17">
              <a:extLst>
                <a:ext uri="{FF2B5EF4-FFF2-40B4-BE49-F238E27FC236}">
                  <a16:creationId xmlns:a16="http://schemas.microsoft.com/office/drawing/2014/main" id="{1D95A224-7169-D439-A33A-B39490D08AAE}"/>
                </a:ext>
              </a:extLst>
            </p:cNvPr>
            <p:cNvSpPr txBox="1"/>
            <p:nvPr/>
          </p:nvSpPr>
          <p:spPr>
            <a:xfrm>
              <a:off x="28912" y="-76844"/>
              <a:ext cx="2259274" cy="17056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Question 1 for a </a:t>
              </a:r>
              <a:r>
                <a:rPr lang="en-US" sz="2800" b="1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doctor</a:t>
              </a:r>
              <a:r>
                <a:rPr lang="en-US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What challenges do you face in managing patient appointments</a:t>
              </a:r>
              <a:r>
                <a:rPr lang="ar-EG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?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2800" b="1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Answer:</a:t>
              </a:r>
              <a:r>
                <a:rPr lang="en-US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 Sometimes appointments get mixed up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ar-EG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 </a:t>
              </a:r>
              <a:endParaRPr lang="en-US" sz="2800" kern="100" dirty="0">
                <a:solidFill>
                  <a:schemeClr val="bg1"/>
                </a:solidFill>
                <a:effectLst/>
                <a:latin typeface="Montserrat" panose="00000500000000000000" pitchFamily="2" charset="0"/>
                <a:ea typeface="Aptos" panose="020B00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Question 2 for a </a:t>
              </a:r>
              <a:r>
                <a:rPr lang="en-US" sz="2800" b="1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receptionist</a:t>
              </a:r>
              <a:r>
                <a:rPr lang="en-US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What challenges do you face in booking appointments and registering patients?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2800" b="1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Answer:</a:t>
              </a:r>
              <a:r>
                <a:rPr lang="en-US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 Some patients book and never show up</a:t>
              </a:r>
              <a:r>
                <a:rPr lang="ar-EG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 </a:t>
              </a:r>
              <a:endParaRPr lang="en-US" sz="2800" kern="100" dirty="0">
                <a:solidFill>
                  <a:schemeClr val="bg1"/>
                </a:solidFill>
                <a:effectLst/>
                <a:latin typeface="Montserrat" panose="00000500000000000000" pitchFamily="2" charset="0"/>
                <a:ea typeface="Aptos" panose="020B00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 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Question 3 for a </a:t>
              </a:r>
              <a:r>
                <a:rPr lang="en-US" sz="2800" b="1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Patient</a:t>
              </a:r>
              <a:r>
                <a:rPr lang="en-US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What problems do you face when visiting the hospital?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en-US" sz="2800" b="1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Answer:</a:t>
              </a:r>
              <a:r>
                <a:rPr lang="en-US" sz="2800" kern="10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  <a:ea typeface="Aptos" panose="020B0004020202020204" pitchFamily="34" charset="0"/>
                  <a:cs typeface="Arial" panose="020B0604020202020204" pitchFamily="34" charset="0"/>
                </a:rPr>
                <a:t> Sometimes I wait too long. I’d love to know the doctor’s schedule</a:t>
              </a:r>
            </a:p>
            <a:p>
              <a:pPr>
                <a:buNone/>
              </a:pPr>
              <a:endParaRPr lang="en-US" sz="36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DD26EB9-65DB-2790-0D29-0C350CAD444F}"/>
              </a:ext>
            </a:extLst>
          </p:cNvPr>
          <p:cNvSpPr txBox="1"/>
          <p:nvPr/>
        </p:nvSpPr>
        <p:spPr>
          <a:xfrm>
            <a:off x="809470" y="522502"/>
            <a:ext cx="52015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BD4C"/>
                </a:solidFill>
                <a:latin typeface="Montserrat" panose="00000500000000000000" pitchFamily="2" charset="0"/>
              </a:rPr>
              <a:t>2.1 The interview</a:t>
            </a:r>
          </a:p>
          <a:p>
            <a:endParaRPr lang="en-US" sz="4000" b="1" dirty="0">
              <a:solidFill>
                <a:srgbClr val="FFBD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4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53EBCDD7-983D-3C30-40C1-CC38A43D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5" name="Google Shape;735;p23">
            <a:extLst>
              <a:ext uri="{FF2B5EF4-FFF2-40B4-BE49-F238E27FC236}">
                <a16:creationId xmlns:a16="http://schemas.microsoft.com/office/drawing/2014/main" id="{93ED15E2-8793-5D52-F114-53A1ED11DE32}"/>
              </a:ext>
            </a:extLst>
          </p:cNvPr>
          <p:cNvGrpSpPr/>
          <p:nvPr/>
        </p:nvGrpSpPr>
        <p:grpSpPr>
          <a:xfrm rot="5400000">
            <a:off x="14776955" y="9402101"/>
            <a:ext cx="352204" cy="352204"/>
            <a:chOff x="0" y="0"/>
            <a:chExt cx="812800" cy="812800"/>
          </a:xfrm>
        </p:grpSpPr>
        <p:sp>
          <p:nvSpPr>
            <p:cNvPr id="736" name="Google Shape;736;p23">
              <a:extLst>
                <a:ext uri="{FF2B5EF4-FFF2-40B4-BE49-F238E27FC236}">
                  <a16:creationId xmlns:a16="http://schemas.microsoft.com/office/drawing/2014/main" id="{AF4F6CA2-FFCE-A8DE-D984-ECB6E9F2331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3">
              <a:extLst>
                <a:ext uri="{FF2B5EF4-FFF2-40B4-BE49-F238E27FC236}">
                  <a16:creationId xmlns:a16="http://schemas.microsoft.com/office/drawing/2014/main" id="{2C611181-688F-3509-0FAC-8948F62721A2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548BB2F4-7E31-84D5-360C-D2F3DAF0954E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5EFC912D-6BF1-9B27-71E4-06E552C83E1F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1430D9C9-3B26-A812-6545-6995A73CF6D3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0ECF988F-2802-7DE9-55DC-7CF99097478C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77760508-56CE-BE42-92AF-C0CC03F609AF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3EC912DC-9621-0C20-2361-CC6071EC7B24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8A5967E2-4494-7A68-9439-E2A4935142B8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79BF6330-0FF6-30AA-376C-93E9EFD1E558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C2E22988-52EE-E6CE-9C52-01C8ED13DEC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458;p17">
            <a:extLst>
              <a:ext uri="{FF2B5EF4-FFF2-40B4-BE49-F238E27FC236}">
                <a16:creationId xmlns:a16="http://schemas.microsoft.com/office/drawing/2014/main" id="{E7C24731-B8AF-2F85-E6E2-4E8809E55E29}"/>
              </a:ext>
            </a:extLst>
          </p:cNvPr>
          <p:cNvGrpSpPr/>
          <p:nvPr/>
        </p:nvGrpSpPr>
        <p:grpSpPr>
          <a:xfrm>
            <a:off x="599607" y="1184224"/>
            <a:ext cx="16609101" cy="7624652"/>
            <a:chOff x="0" y="-76844"/>
            <a:chExt cx="2288186" cy="1705679"/>
          </a:xfrm>
        </p:grpSpPr>
        <p:sp>
          <p:nvSpPr>
            <p:cNvPr id="4" name="Google Shape;459;p17">
              <a:extLst>
                <a:ext uri="{FF2B5EF4-FFF2-40B4-BE49-F238E27FC236}">
                  <a16:creationId xmlns:a16="http://schemas.microsoft.com/office/drawing/2014/main" id="{574A2C23-779C-2474-31FE-B59AE6729652}"/>
                </a:ext>
              </a:extLst>
            </p:cNvPr>
            <p:cNvSpPr/>
            <p:nvPr/>
          </p:nvSpPr>
          <p:spPr>
            <a:xfrm>
              <a:off x="0" y="0"/>
              <a:ext cx="2261714" cy="1567934"/>
            </a:xfrm>
            <a:custGeom>
              <a:avLst/>
              <a:gdLst/>
              <a:ahLst/>
              <a:cxnLst/>
              <a:rect l="l" t="t" r="r" b="b"/>
              <a:pathLst>
                <a:path w="2261714" h="1567934" extrusionOk="0">
                  <a:moveTo>
                    <a:pt x="22943" y="0"/>
                  </a:moveTo>
                  <a:lnTo>
                    <a:pt x="2238771" y="0"/>
                  </a:lnTo>
                  <a:cubicBezTo>
                    <a:pt x="2251442" y="0"/>
                    <a:pt x="2261714" y="10272"/>
                    <a:pt x="2261714" y="22943"/>
                  </a:cubicBezTo>
                  <a:lnTo>
                    <a:pt x="2261714" y="1544990"/>
                  </a:lnTo>
                  <a:cubicBezTo>
                    <a:pt x="2261714" y="1551075"/>
                    <a:pt x="2259297" y="1556911"/>
                    <a:pt x="2254994" y="1561214"/>
                  </a:cubicBezTo>
                  <a:cubicBezTo>
                    <a:pt x="2250691" y="1565516"/>
                    <a:pt x="2244856" y="1567934"/>
                    <a:pt x="2238771" y="1567934"/>
                  </a:cubicBezTo>
                  <a:lnTo>
                    <a:pt x="22943" y="1567934"/>
                  </a:lnTo>
                  <a:cubicBezTo>
                    <a:pt x="10272" y="1567934"/>
                    <a:pt x="0" y="1557662"/>
                    <a:pt x="0" y="1544990"/>
                  </a:cubicBezTo>
                  <a:lnTo>
                    <a:pt x="0" y="22943"/>
                  </a:lnTo>
                  <a:cubicBezTo>
                    <a:pt x="0" y="10272"/>
                    <a:pt x="10272" y="0"/>
                    <a:pt x="2294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60;p17">
              <a:extLst>
                <a:ext uri="{FF2B5EF4-FFF2-40B4-BE49-F238E27FC236}">
                  <a16:creationId xmlns:a16="http://schemas.microsoft.com/office/drawing/2014/main" id="{1EBBDEE4-1A4A-0B43-0B07-28942C716A64}"/>
                </a:ext>
              </a:extLst>
            </p:cNvPr>
            <p:cNvSpPr txBox="1"/>
            <p:nvPr/>
          </p:nvSpPr>
          <p:spPr>
            <a:xfrm>
              <a:off x="28912" y="-76844"/>
              <a:ext cx="2259274" cy="17056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>
                <a:buNone/>
              </a:pPr>
              <a:endParaRPr lang="en-US" sz="36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11AAE0D-1EBE-1902-74DF-52E7EB1328EA}"/>
              </a:ext>
            </a:extLst>
          </p:cNvPr>
          <p:cNvSpPr txBox="1"/>
          <p:nvPr/>
        </p:nvSpPr>
        <p:spPr>
          <a:xfrm>
            <a:off x="809470" y="522502"/>
            <a:ext cx="74351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BD4C"/>
                </a:solidFill>
                <a:latin typeface="Montserrat" panose="00000500000000000000" pitchFamily="2" charset="0"/>
              </a:rPr>
              <a:t>2.2 </a:t>
            </a:r>
            <a:r>
              <a:rPr lang="en-US" sz="4800" b="1" dirty="0">
                <a:solidFill>
                  <a:srgbClr val="FFBD4C"/>
                </a:solidFill>
                <a:latin typeface="Montserrat" panose="00000500000000000000" pitchFamily="2" charset="0"/>
              </a:rPr>
              <a:t>Interview Insights: </a:t>
            </a:r>
            <a:endParaRPr lang="en-US" sz="4000" b="1" dirty="0">
              <a:solidFill>
                <a:srgbClr val="FFBD4C"/>
              </a:solidFill>
              <a:latin typeface="Montserrat" panose="00000500000000000000" pitchFamily="2" charset="0"/>
            </a:endParaRPr>
          </a:p>
          <a:p>
            <a:endParaRPr lang="en-US" sz="4000" b="1" dirty="0">
              <a:solidFill>
                <a:srgbClr val="FFBD4C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429018-1E1D-FEDE-616A-B7229266FC56}"/>
              </a:ext>
            </a:extLst>
          </p:cNvPr>
          <p:cNvSpPr txBox="1"/>
          <p:nvPr/>
        </p:nvSpPr>
        <p:spPr>
          <a:xfrm>
            <a:off x="1079292" y="1678872"/>
            <a:ext cx="16339278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3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sz="3600" b="1" dirty="0">
                <a:solidFill>
                  <a:srgbClr val="FFBD4C"/>
                </a:solidFill>
                <a:latin typeface="Montserrat" panose="00000500000000000000" pitchFamily="2" charset="0"/>
              </a:rPr>
              <a:t>System Expectations (Features Needed):</a:t>
            </a:r>
          </a:p>
          <a:p>
            <a:pPr>
              <a:buNone/>
            </a:pPr>
            <a:endParaRPr lang="en-US" sz="3600" b="1" dirty="0">
              <a:solidFill>
                <a:srgbClr val="FFBD4C"/>
              </a:solidFill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Automated Appointment Scheduling with doctor availability.</a:t>
            </a:r>
          </a:p>
          <a:p>
            <a:pPr>
              <a:buNone/>
            </a:pPr>
            <a:endParaRPr lang="en-US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Real-time Notifications/Reminders for patients.</a:t>
            </a:r>
          </a:p>
          <a:p>
            <a:pPr>
              <a:buNone/>
            </a:pPr>
            <a:endParaRPr lang="en-US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Appointment Management for receptionists to confirm or cancel.</a:t>
            </a:r>
          </a:p>
          <a:p>
            <a:pPr>
              <a:buNone/>
            </a:pPr>
            <a:endParaRPr lang="en-US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435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6CB792C6-380C-C1E3-8500-4896419A8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5" name="Google Shape;735;p23">
            <a:extLst>
              <a:ext uri="{FF2B5EF4-FFF2-40B4-BE49-F238E27FC236}">
                <a16:creationId xmlns:a16="http://schemas.microsoft.com/office/drawing/2014/main" id="{C0D044D2-539C-A6C2-EF93-D3695E61F0F5}"/>
              </a:ext>
            </a:extLst>
          </p:cNvPr>
          <p:cNvGrpSpPr/>
          <p:nvPr/>
        </p:nvGrpSpPr>
        <p:grpSpPr>
          <a:xfrm rot="5400000">
            <a:off x="14776955" y="9402101"/>
            <a:ext cx="352204" cy="352204"/>
            <a:chOff x="0" y="0"/>
            <a:chExt cx="812800" cy="812800"/>
          </a:xfrm>
        </p:grpSpPr>
        <p:sp>
          <p:nvSpPr>
            <p:cNvPr id="736" name="Google Shape;736;p23">
              <a:extLst>
                <a:ext uri="{FF2B5EF4-FFF2-40B4-BE49-F238E27FC236}">
                  <a16:creationId xmlns:a16="http://schemas.microsoft.com/office/drawing/2014/main" id="{2C952D19-4D25-0A24-752B-35C8C5B4AB7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3">
              <a:extLst>
                <a:ext uri="{FF2B5EF4-FFF2-40B4-BE49-F238E27FC236}">
                  <a16:creationId xmlns:a16="http://schemas.microsoft.com/office/drawing/2014/main" id="{40360741-A743-70A3-2750-33861CBFCB2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A2B66EE6-0EF0-E148-4E34-5D92E48E0A54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ECEFFE3D-1CFD-818E-8E39-407810338470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20A3AD6B-3588-69A8-9557-C54B10A041B8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D3082B01-9D95-07F5-311D-C23BB679553F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7ACE941A-C8D1-A317-85D4-86CB3A64AD25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2EFA8DCA-B609-D157-17CB-42BD09265BBC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74563D3D-3089-C3DE-D560-C8C3BF95EAE2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14798DEB-A67A-1C07-25E0-496FC95C22DC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289F81AF-3EF3-E34C-14C9-DB261104C43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458;p17">
            <a:extLst>
              <a:ext uri="{FF2B5EF4-FFF2-40B4-BE49-F238E27FC236}">
                <a16:creationId xmlns:a16="http://schemas.microsoft.com/office/drawing/2014/main" id="{280D33BD-53BC-895E-CA39-60886DF00123}"/>
              </a:ext>
            </a:extLst>
          </p:cNvPr>
          <p:cNvGrpSpPr/>
          <p:nvPr/>
        </p:nvGrpSpPr>
        <p:grpSpPr>
          <a:xfrm>
            <a:off x="584616" y="1184223"/>
            <a:ext cx="16624092" cy="8079697"/>
            <a:chOff x="0" y="-76844"/>
            <a:chExt cx="2288186" cy="1705679"/>
          </a:xfrm>
        </p:grpSpPr>
        <p:sp>
          <p:nvSpPr>
            <p:cNvPr id="4" name="Google Shape;459;p17">
              <a:extLst>
                <a:ext uri="{FF2B5EF4-FFF2-40B4-BE49-F238E27FC236}">
                  <a16:creationId xmlns:a16="http://schemas.microsoft.com/office/drawing/2014/main" id="{F760517A-C093-F4E8-F865-F1042D619669}"/>
                </a:ext>
              </a:extLst>
            </p:cNvPr>
            <p:cNvSpPr/>
            <p:nvPr/>
          </p:nvSpPr>
          <p:spPr>
            <a:xfrm>
              <a:off x="0" y="0"/>
              <a:ext cx="2261714" cy="1567934"/>
            </a:xfrm>
            <a:custGeom>
              <a:avLst/>
              <a:gdLst/>
              <a:ahLst/>
              <a:cxnLst/>
              <a:rect l="l" t="t" r="r" b="b"/>
              <a:pathLst>
                <a:path w="2261714" h="1567934" extrusionOk="0">
                  <a:moveTo>
                    <a:pt x="22943" y="0"/>
                  </a:moveTo>
                  <a:lnTo>
                    <a:pt x="2238771" y="0"/>
                  </a:lnTo>
                  <a:cubicBezTo>
                    <a:pt x="2251442" y="0"/>
                    <a:pt x="2261714" y="10272"/>
                    <a:pt x="2261714" y="22943"/>
                  </a:cubicBezTo>
                  <a:lnTo>
                    <a:pt x="2261714" y="1544990"/>
                  </a:lnTo>
                  <a:cubicBezTo>
                    <a:pt x="2261714" y="1551075"/>
                    <a:pt x="2259297" y="1556911"/>
                    <a:pt x="2254994" y="1561214"/>
                  </a:cubicBezTo>
                  <a:cubicBezTo>
                    <a:pt x="2250691" y="1565516"/>
                    <a:pt x="2244856" y="1567934"/>
                    <a:pt x="2238771" y="1567934"/>
                  </a:cubicBezTo>
                  <a:lnTo>
                    <a:pt x="22943" y="1567934"/>
                  </a:lnTo>
                  <a:cubicBezTo>
                    <a:pt x="10272" y="1567934"/>
                    <a:pt x="0" y="1557662"/>
                    <a:pt x="0" y="1544990"/>
                  </a:cubicBezTo>
                  <a:lnTo>
                    <a:pt x="0" y="22943"/>
                  </a:lnTo>
                  <a:cubicBezTo>
                    <a:pt x="0" y="10272"/>
                    <a:pt x="10272" y="0"/>
                    <a:pt x="2294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" name="Google Shape;460;p17">
              <a:extLst>
                <a:ext uri="{FF2B5EF4-FFF2-40B4-BE49-F238E27FC236}">
                  <a16:creationId xmlns:a16="http://schemas.microsoft.com/office/drawing/2014/main" id="{8D70DF07-BAA5-5CB3-42ED-DF4DD1C426B2}"/>
                </a:ext>
              </a:extLst>
            </p:cNvPr>
            <p:cNvSpPr txBox="1"/>
            <p:nvPr/>
          </p:nvSpPr>
          <p:spPr>
            <a:xfrm>
              <a:off x="28912" y="-76844"/>
              <a:ext cx="2259274" cy="17056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>
                <a:buNone/>
              </a:pPr>
              <a:endParaRPr lang="en-US" sz="5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B161FAD-321C-204D-EF94-A0577569160A}"/>
              </a:ext>
            </a:extLst>
          </p:cNvPr>
          <p:cNvSpPr txBox="1"/>
          <p:nvPr/>
        </p:nvSpPr>
        <p:spPr>
          <a:xfrm>
            <a:off x="809470" y="522502"/>
            <a:ext cx="74351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BD4C"/>
                </a:solidFill>
                <a:latin typeface="Montserrat" panose="00000500000000000000" pitchFamily="2" charset="0"/>
              </a:rPr>
              <a:t>2.2 </a:t>
            </a:r>
            <a:r>
              <a:rPr lang="en-US" sz="4800" b="1" dirty="0">
                <a:solidFill>
                  <a:srgbClr val="FFBD4C"/>
                </a:solidFill>
                <a:latin typeface="Montserrat" panose="00000500000000000000" pitchFamily="2" charset="0"/>
              </a:rPr>
              <a:t>Interview Insights: </a:t>
            </a:r>
            <a:endParaRPr lang="en-US" sz="4000" b="1" dirty="0">
              <a:solidFill>
                <a:srgbClr val="FFBD4C"/>
              </a:solidFill>
              <a:latin typeface="Montserrat" panose="00000500000000000000" pitchFamily="2" charset="0"/>
            </a:endParaRPr>
          </a:p>
          <a:p>
            <a:endParaRPr lang="en-US" sz="4000" b="1" dirty="0">
              <a:solidFill>
                <a:srgbClr val="FFBD4C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3A7D98-5BB1-8246-2811-677BD6974BA8}"/>
              </a:ext>
            </a:extLst>
          </p:cNvPr>
          <p:cNvSpPr txBox="1"/>
          <p:nvPr/>
        </p:nvSpPr>
        <p:spPr>
          <a:xfrm>
            <a:off x="1626433" y="2333057"/>
            <a:ext cx="16076951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FFBD4C"/>
                </a:solidFill>
                <a:latin typeface="Montserrat" panose="00000500000000000000" pitchFamily="2" charset="0"/>
              </a:rPr>
              <a:t>User Goals:</a:t>
            </a:r>
          </a:p>
          <a:p>
            <a:pPr>
              <a:buNone/>
            </a:pPr>
            <a:endParaRPr lang="en-US" sz="3200" b="1" dirty="0">
              <a:solidFill>
                <a:srgbClr val="FFC00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A clear, organized appointment schedule.</a:t>
            </a:r>
          </a:p>
          <a:p>
            <a:pPr>
              <a:buNone/>
            </a:pPr>
            <a:endParaRPr lang="en-US" sz="3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sz="3200" kern="100" dirty="0">
                <a:solidFill>
                  <a:schemeClr val="bg1"/>
                </a:solidFill>
                <a:effectLst/>
                <a:latin typeface="Montserrat" panose="00000500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Receptionist can</a:t>
            </a: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 manage and confirm appointments.</a:t>
            </a:r>
          </a:p>
          <a:p>
            <a:pPr>
              <a:buNone/>
            </a:pPr>
            <a:endParaRPr lang="en-US" sz="3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Patient can book appointments easily online.</a:t>
            </a:r>
            <a:endParaRPr lang="ar-EG" sz="3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endParaRPr lang="en-US" sz="3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Patient can receive reminders/notifications for upcoming appointments.</a:t>
            </a:r>
          </a:p>
        </p:txBody>
      </p:sp>
    </p:spTree>
    <p:extLst>
      <p:ext uri="{BB962C8B-B14F-4D97-AF65-F5344CB8AC3E}">
        <p14:creationId xmlns:p14="http://schemas.microsoft.com/office/powerpoint/2010/main" val="3193192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A97472EA-2C70-730B-3724-C374EC34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5" name="Google Shape;735;p23">
            <a:extLst>
              <a:ext uri="{FF2B5EF4-FFF2-40B4-BE49-F238E27FC236}">
                <a16:creationId xmlns:a16="http://schemas.microsoft.com/office/drawing/2014/main" id="{B0069AAD-EF1F-7104-122E-6CA663134D3E}"/>
              </a:ext>
            </a:extLst>
          </p:cNvPr>
          <p:cNvGrpSpPr/>
          <p:nvPr/>
        </p:nvGrpSpPr>
        <p:grpSpPr>
          <a:xfrm rot="5400000">
            <a:off x="14776955" y="9402101"/>
            <a:ext cx="352204" cy="352204"/>
            <a:chOff x="0" y="0"/>
            <a:chExt cx="812800" cy="812800"/>
          </a:xfrm>
        </p:grpSpPr>
        <p:sp>
          <p:nvSpPr>
            <p:cNvPr id="736" name="Google Shape;736;p23">
              <a:extLst>
                <a:ext uri="{FF2B5EF4-FFF2-40B4-BE49-F238E27FC236}">
                  <a16:creationId xmlns:a16="http://schemas.microsoft.com/office/drawing/2014/main" id="{A3D745A8-7850-5D75-B81D-34FA32834C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3">
              <a:extLst>
                <a:ext uri="{FF2B5EF4-FFF2-40B4-BE49-F238E27FC236}">
                  <a16:creationId xmlns:a16="http://schemas.microsoft.com/office/drawing/2014/main" id="{6C5DEF80-0D1A-C721-779E-7C32C45BFB48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4A454B90-5929-98DB-1428-0AF99A510270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92FF50A1-E4A6-0978-C85E-9E065E24F6CF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4348EE19-2FE1-1A84-62EE-364DC826E544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1C3BC3D9-56D7-4BEC-88CC-3DCC447E8C7A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B8C9CAD4-7ED3-B061-D46C-1FFA8543E391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0CCED83B-1FC7-5B40-FFA9-07C7812D2B5C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DE5E5161-1AF0-3434-CDFD-C408099D682F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8D842DD8-2CE8-5B25-A1CC-0A46B28F9244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E0B6F8F0-B411-2FA1-AFBE-9F7FF7DCAB8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458;p17">
            <a:extLst>
              <a:ext uri="{FF2B5EF4-FFF2-40B4-BE49-F238E27FC236}">
                <a16:creationId xmlns:a16="http://schemas.microsoft.com/office/drawing/2014/main" id="{C6B157CB-94C0-9D48-EF79-125D1F63814B}"/>
              </a:ext>
            </a:extLst>
          </p:cNvPr>
          <p:cNvGrpSpPr/>
          <p:nvPr/>
        </p:nvGrpSpPr>
        <p:grpSpPr>
          <a:xfrm>
            <a:off x="614596" y="1184224"/>
            <a:ext cx="16594111" cy="7839856"/>
            <a:chOff x="0" y="-76844"/>
            <a:chExt cx="2288186" cy="1705679"/>
          </a:xfrm>
        </p:grpSpPr>
        <p:sp>
          <p:nvSpPr>
            <p:cNvPr id="4" name="Google Shape;459;p17">
              <a:extLst>
                <a:ext uri="{FF2B5EF4-FFF2-40B4-BE49-F238E27FC236}">
                  <a16:creationId xmlns:a16="http://schemas.microsoft.com/office/drawing/2014/main" id="{71EF8FC0-07EF-3129-EF26-F99D3EAC7334}"/>
                </a:ext>
              </a:extLst>
            </p:cNvPr>
            <p:cNvSpPr/>
            <p:nvPr/>
          </p:nvSpPr>
          <p:spPr>
            <a:xfrm>
              <a:off x="0" y="0"/>
              <a:ext cx="2261714" cy="1567934"/>
            </a:xfrm>
            <a:custGeom>
              <a:avLst/>
              <a:gdLst/>
              <a:ahLst/>
              <a:cxnLst/>
              <a:rect l="l" t="t" r="r" b="b"/>
              <a:pathLst>
                <a:path w="2261714" h="1567934" extrusionOk="0">
                  <a:moveTo>
                    <a:pt x="22943" y="0"/>
                  </a:moveTo>
                  <a:lnTo>
                    <a:pt x="2238771" y="0"/>
                  </a:lnTo>
                  <a:cubicBezTo>
                    <a:pt x="2251442" y="0"/>
                    <a:pt x="2261714" y="10272"/>
                    <a:pt x="2261714" y="22943"/>
                  </a:cubicBezTo>
                  <a:lnTo>
                    <a:pt x="2261714" y="1544990"/>
                  </a:lnTo>
                  <a:cubicBezTo>
                    <a:pt x="2261714" y="1551075"/>
                    <a:pt x="2259297" y="1556911"/>
                    <a:pt x="2254994" y="1561214"/>
                  </a:cubicBezTo>
                  <a:cubicBezTo>
                    <a:pt x="2250691" y="1565516"/>
                    <a:pt x="2244856" y="1567934"/>
                    <a:pt x="2238771" y="1567934"/>
                  </a:cubicBezTo>
                  <a:lnTo>
                    <a:pt x="22943" y="1567934"/>
                  </a:lnTo>
                  <a:cubicBezTo>
                    <a:pt x="10272" y="1567934"/>
                    <a:pt x="0" y="1557662"/>
                    <a:pt x="0" y="1544990"/>
                  </a:cubicBezTo>
                  <a:lnTo>
                    <a:pt x="0" y="22943"/>
                  </a:lnTo>
                  <a:cubicBezTo>
                    <a:pt x="0" y="10272"/>
                    <a:pt x="10272" y="0"/>
                    <a:pt x="2294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60;p17">
              <a:extLst>
                <a:ext uri="{FF2B5EF4-FFF2-40B4-BE49-F238E27FC236}">
                  <a16:creationId xmlns:a16="http://schemas.microsoft.com/office/drawing/2014/main" id="{FBB298EC-D5F8-A85C-A283-6C71F1F35730}"/>
                </a:ext>
              </a:extLst>
            </p:cNvPr>
            <p:cNvSpPr txBox="1"/>
            <p:nvPr/>
          </p:nvSpPr>
          <p:spPr>
            <a:xfrm>
              <a:off x="28912" y="-76844"/>
              <a:ext cx="2259274" cy="17056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>
                <a:buNone/>
              </a:pPr>
              <a:endParaRPr lang="en-US" sz="36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D3F071E-0832-89EC-9C40-003AB2ACA7F0}"/>
              </a:ext>
            </a:extLst>
          </p:cNvPr>
          <p:cNvSpPr txBox="1"/>
          <p:nvPr/>
        </p:nvSpPr>
        <p:spPr>
          <a:xfrm>
            <a:off x="809470" y="522502"/>
            <a:ext cx="74351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BD4C"/>
                </a:solidFill>
                <a:latin typeface="Montserrat" panose="00000500000000000000" pitchFamily="2" charset="0"/>
              </a:rPr>
              <a:t>2.2 </a:t>
            </a:r>
            <a:r>
              <a:rPr lang="en-US" sz="4800" b="1" dirty="0">
                <a:solidFill>
                  <a:srgbClr val="FFBD4C"/>
                </a:solidFill>
                <a:latin typeface="Montserrat" panose="00000500000000000000" pitchFamily="2" charset="0"/>
              </a:rPr>
              <a:t>Interview Insights: </a:t>
            </a:r>
            <a:endParaRPr lang="en-US" sz="4000" b="1" dirty="0">
              <a:solidFill>
                <a:srgbClr val="FFBD4C"/>
              </a:solidFill>
              <a:latin typeface="Montserrat" panose="00000500000000000000" pitchFamily="2" charset="0"/>
            </a:endParaRPr>
          </a:p>
          <a:p>
            <a:endParaRPr lang="en-US" sz="4000" b="1" dirty="0">
              <a:solidFill>
                <a:srgbClr val="FFBD4C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10D28-48CF-E353-DBE5-D19F3E502A1A}"/>
              </a:ext>
            </a:extLst>
          </p:cNvPr>
          <p:cNvSpPr txBox="1"/>
          <p:nvPr/>
        </p:nvSpPr>
        <p:spPr>
          <a:xfrm>
            <a:off x="1511286" y="1886599"/>
            <a:ext cx="13138877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BD4C"/>
                </a:solidFill>
                <a:latin typeface="Montserrat" panose="00000500000000000000" pitchFamily="2" charset="0"/>
              </a:rPr>
              <a:t>Pain Points (Current Challenges):</a:t>
            </a:r>
          </a:p>
          <a:p>
            <a:endParaRPr lang="en-US" sz="3200" b="1" dirty="0">
              <a:solidFill>
                <a:srgbClr val="FFBD4C"/>
              </a:solidFill>
              <a:latin typeface="Montserrat" panose="00000500000000000000" pitchFamily="2" charset="0"/>
            </a:endParaRPr>
          </a:p>
          <a:p>
            <a:pPr lvl="3"/>
            <a:r>
              <a:rPr lang="en-US" sz="3200" b="1" dirty="0">
                <a:solidFill>
                  <a:srgbClr val="FFBD4C"/>
                </a:solidFill>
                <a:latin typeface="Montserrat" panose="00000500000000000000" pitchFamily="2" charset="0"/>
              </a:rPr>
              <a:t>For Doctors:</a:t>
            </a:r>
          </a:p>
          <a:p>
            <a:pPr lvl="3"/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Appointment schedules often get mixed up or disorganized.</a:t>
            </a:r>
          </a:p>
          <a:p>
            <a:pPr lvl="3"/>
            <a:endParaRPr lang="en-US" sz="3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lvl="3"/>
            <a:r>
              <a:rPr lang="en-US" sz="3200" b="1" dirty="0">
                <a:solidFill>
                  <a:srgbClr val="FFBD4C"/>
                </a:solidFill>
                <a:latin typeface="Montserrat" panose="00000500000000000000" pitchFamily="2" charset="0"/>
              </a:rPr>
              <a:t>For Receptionists:</a:t>
            </a:r>
          </a:p>
          <a:p>
            <a:pPr lvl="3"/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Some patients book appointments and do not show up.</a:t>
            </a:r>
          </a:p>
          <a:p>
            <a:pPr lvl="3"/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Manual booking and registration process is time-consuming and error-prone.</a:t>
            </a:r>
          </a:p>
          <a:p>
            <a:pPr lvl="3"/>
            <a:endParaRPr lang="en-US" sz="3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lvl="3"/>
            <a:r>
              <a:rPr lang="en-US" sz="3200" b="1" dirty="0">
                <a:solidFill>
                  <a:srgbClr val="FFBD4C"/>
                </a:solidFill>
                <a:latin typeface="Montserrat" panose="00000500000000000000" pitchFamily="2" charset="0"/>
              </a:rPr>
              <a:t>For Patients:</a:t>
            </a:r>
          </a:p>
          <a:p>
            <a:pPr lvl="3"/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Long waiting times upon arrival.</a:t>
            </a:r>
          </a:p>
          <a:p>
            <a:pPr lvl="3"/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No reminders, leading to forgotten appointments.</a:t>
            </a:r>
          </a:p>
        </p:txBody>
      </p:sp>
    </p:spTree>
    <p:extLst>
      <p:ext uri="{BB962C8B-B14F-4D97-AF65-F5344CB8AC3E}">
        <p14:creationId xmlns:p14="http://schemas.microsoft.com/office/powerpoint/2010/main" val="3812942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17"/>
          <p:cNvGrpSpPr/>
          <p:nvPr/>
        </p:nvGrpSpPr>
        <p:grpSpPr>
          <a:xfrm>
            <a:off x="7597569" y="5082677"/>
            <a:ext cx="10026748" cy="4891720"/>
            <a:chOff x="0" y="-68873"/>
            <a:chExt cx="2422812" cy="1705679"/>
          </a:xfrm>
        </p:grpSpPr>
        <p:sp>
          <p:nvSpPr>
            <p:cNvPr id="459" name="Google Shape;459;p17"/>
            <p:cNvSpPr/>
            <p:nvPr/>
          </p:nvSpPr>
          <p:spPr>
            <a:xfrm>
              <a:off x="0" y="0"/>
              <a:ext cx="2261714" cy="1567934"/>
            </a:xfrm>
            <a:custGeom>
              <a:avLst/>
              <a:gdLst/>
              <a:ahLst/>
              <a:cxnLst/>
              <a:rect l="l" t="t" r="r" b="b"/>
              <a:pathLst>
                <a:path w="2261714" h="1567934" extrusionOk="0">
                  <a:moveTo>
                    <a:pt x="22943" y="0"/>
                  </a:moveTo>
                  <a:lnTo>
                    <a:pt x="2238771" y="0"/>
                  </a:lnTo>
                  <a:cubicBezTo>
                    <a:pt x="2251442" y="0"/>
                    <a:pt x="2261714" y="10272"/>
                    <a:pt x="2261714" y="22943"/>
                  </a:cubicBezTo>
                  <a:lnTo>
                    <a:pt x="2261714" y="1544990"/>
                  </a:lnTo>
                  <a:cubicBezTo>
                    <a:pt x="2261714" y="1551075"/>
                    <a:pt x="2259297" y="1556911"/>
                    <a:pt x="2254994" y="1561214"/>
                  </a:cubicBezTo>
                  <a:cubicBezTo>
                    <a:pt x="2250691" y="1565516"/>
                    <a:pt x="2244856" y="1567934"/>
                    <a:pt x="2238771" y="1567934"/>
                  </a:cubicBezTo>
                  <a:lnTo>
                    <a:pt x="22943" y="1567934"/>
                  </a:lnTo>
                  <a:cubicBezTo>
                    <a:pt x="10272" y="1567934"/>
                    <a:pt x="0" y="1557662"/>
                    <a:pt x="0" y="1544990"/>
                  </a:cubicBezTo>
                  <a:lnTo>
                    <a:pt x="0" y="22943"/>
                  </a:lnTo>
                  <a:cubicBezTo>
                    <a:pt x="0" y="10272"/>
                    <a:pt x="10272" y="0"/>
                    <a:pt x="2294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7"/>
            <p:cNvSpPr txBox="1"/>
            <p:nvPr/>
          </p:nvSpPr>
          <p:spPr>
            <a:xfrm>
              <a:off x="163538" y="-68873"/>
              <a:ext cx="2259274" cy="17056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>
                <a:buNone/>
              </a:pPr>
              <a:r>
                <a:rPr lang="en-US" sz="4800" b="1" dirty="0">
                  <a:solidFill>
                    <a:srgbClr val="FFBD4C"/>
                  </a:solidFill>
                  <a:latin typeface="Montserrat" panose="00000500000000000000" pitchFamily="2" charset="0"/>
                </a:rPr>
                <a:t>3.</a:t>
              </a:r>
              <a:r>
                <a:rPr lang="ar-EG" sz="4800" b="1" dirty="0">
                  <a:solidFill>
                    <a:srgbClr val="FFBD4C"/>
                  </a:solidFill>
                  <a:latin typeface="Montserrat" panose="00000500000000000000" pitchFamily="2" charset="0"/>
                </a:rPr>
                <a:t>1</a:t>
              </a:r>
              <a:r>
                <a:rPr lang="en-US" sz="4800" b="1" dirty="0">
                  <a:solidFill>
                    <a:srgbClr val="FFBD4C"/>
                  </a:solidFill>
                  <a:latin typeface="Montserrat" panose="00000500000000000000" pitchFamily="2" charset="0"/>
                </a:rPr>
                <a:t> Requirements </a:t>
              </a:r>
            </a:p>
            <a:p>
              <a:pPr>
                <a:buNone/>
              </a:pPr>
              <a:endParaRPr lang="en-US" sz="4800" b="1" dirty="0">
                <a:solidFill>
                  <a:srgbClr val="FFBD4C"/>
                </a:solidFill>
                <a:latin typeface="Montserrat" panose="00000500000000000000" pitchFamily="2" charset="0"/>
              </a:endParaRPr>
            </a:p>
            <a:p>
              <a:pPr>
                <a:buNone/>
              </a:pPr>
              <a:r>
                <a:rPr lang="en-US" sz="4800" b="1" dirty="0">
                  <a:solidFill>
                    <a:srgbClr val="FFBD4C"/>
                  </a:solidFill>
                  <a:latin typeface="Montserrat" panose="00000500000000000000" pitchFamily="2" charset="0"/>
                </a:rPr>
                <a:t>3.2 features </a:t>
              </a:r>
            </a:p>
            <a:p>
              <a:pPr>
                <a:buNone/>
              </a:pPr>
              <a:endParaRPr lang="en-US" sz="4800" b="1" dirty="0">
                <a:solidFill>
                  <a:srgbClr val="FFBD4C"/>
                </a:solidFill>
                <a:latin typeface="Montserrat" panose="00000500000000000000" pitchFamily="2" charset="0"/>
              </a:endParaRPr>
            </a:p>
            <a:p>
              <a:pPr>
                <a:buNone/>
              </a:pPr>
              <a:r>
                <a:rPr lang="en-US" sz="4800" b="1" dirty="0">
                  <a:solidFill>
                    <a:srgbClr val="FFBD4C"/>
                  </a:solidFill>
                  <a:latin typeface="Montserrat" panose="00000500000000000000" pitchFamily="2" charset="0"/>
                </a:rPr>
                <a:t>3.3 Required Diagrams: </a:t>
              </a:r>
            </a:p>
          </p:txBody>
        </p:sp>
      </p:grpSp>
      <p:pic>
        <p:nvPicPr>
          <p:cNvPr id="464" name="Google Shape;46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7314" y="7597243"/>
            <a:ext cx="2182800" cy="1274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50" y="446410"/>
            <a:ext cx="387650" cy="1932193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7"/>
          <p:cNvSpPr txBox="1"/>
          <p:nvPr/>
        </p:nvSpPr>
        <p:spPr>
          <a:xfrm>
            <a:off x="703648" y="2713851"/>
            <a:ext cx="16662927" cy="2302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rgbClr val="FFBD4C"/>
                </a:solidFill>
                <a:latin typeface="Montserrat" panose="00000500000000000000" pitchFamily="2" charset="0"/>
              </a:rPr>
              <a:t>Analyzing System Needs</a:t>
            </a:r>
            <a:endParaRPr lang="en-US" sz="5400" b="1" i="0" u="none" strike="noStrike" cap="none" dirty="0">
              <a:solidFill>
                <a:srgbClr val="FFBD4C"/>
              </a:solidFill>
              <a:latin typeface="Montserrat" panose="00000500000000000000" pitchFamily="2" charset="0"/>
              <a:ea typeface="Calibri"/>
              <a:cs typeface="Calibri"/>
              <a:sym typeface="Calibri"/>
            </a:endParaRPr>
          </a:p>
        </p:txBody>
      </p:sp>
      <p:grpSp>
        <p:nvGrpSpPr>
          <p:cNvPr id="469" name="Google Shape;469;p17"/>
          <p:cNvGrpSpPr/>
          <p:nvPr/>
        </p:nvGrpSpPr>
        <p:grpSpPr>
          <a:xfrm>
            <a:off x="3486629" y="516528"/>
            <a:ext cx="2527630" cy="2539814"/>
            <a:chOff x="0" y="0"/>
            <a:chExt cx="812800" cy="812800"/>
          </a:xfrm>
        </p:grpSpPr>
        <p:sp>
          <p:nvSpPr>
            <p:cNvPr id="470" name="Google Shape;470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2" name="Google Shape;472;p17"/>
          <p:cNvSpPr txBox="1"/>
          <p:nvPr/>
        </p:nvSpPr>
        <p:spPr>
          <a:xfrm>
            <a:off x="3258836" y="724071"/>
            <a:ext cx="2855735" cy="247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b="1" dirty="0">
                <a:solidFill>
                  <a:schemeClr val="tx1"/>
                </a:solidFill>
                <a:latin typeface="Montserrat" panose="00000500000000000000" pitchFamily="2" charset="0"/>
              </a:rPr>
              <a:t>3</a:t>
            </a:r>
            <a:endParaRPr sz="1600" dirty="0">
              <a:solidFill>
                <a:schemeClr val="tx1"/>
              </a:solidFill>
            </a:endParaRPr>
          </a:p>
        </p:txBody>
      </p:sp>
      <p:grpSp>
        <p:nvGrpSpPr>
          <p:cNvPr id="473" name="Google Shape;473;p17"/>
          <p:cNvGrpSpPr/>
          <p:nvPr/>
        </p:nvGrpSpPr>
        <p:grpSpPr>
          <a:xfrm>
            <a:off x="14010062" y="536717"/>
            <a:ext cx="2137482" cy="475324"/>
            <a:chOff x="30956" y="22212"/>
            <a:chExt cx="2849976" cy="633766"/>
          </a:xfrm>
        </p:grpSpPr>
        <p:cxnSp>
          <p:nvCxnSpPr>
            <p:cNvPr id="474" name="Google Shape;474;p17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5" name="Google Shape;475;p17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6" name="Google Shape;476;p17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7" name="Google Shape;477;p17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8" name="Google Shape;478;p17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9" name="Google Shape;479;p17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0" name="Google Shape;480;p17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81" name="Google Shape;481;p17"/>
          <p:cNvGrpSpPr/>
          <p:nvPr/>
        </p:nvGrpSpPr>
        <p:grpSpPr>
          <a:xfrm>
            <a:off x="16127302" y="536717"/>
            <a:ext cx="2137482" cy="475324"/>
            <a:chOff x="30956" y="22212"/>
            <a:chExt cx="2849976" cy="633766"/>
          </a:xfrm>
        </p:grpSpPr>
        <p:cxnSp>
          <p:nvCxnSpPr>
            <p:cNvPr id="482" name="Google Shape;482;p17"/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3" name="Google Shape;483;p17"/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4" name="Google Shape;484;p17"/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5" name="Google Shape;485;p17"/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6" name="Google Shape;486;p17"/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7" name="Google Shape;487;p17"/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8" name="Google Shape;488;p17"/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0B1330BC-E5C7-3E64-0635-960E3DB72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5" name="Google Shape;735;p23">
            <a:extLst>
              <a:ext uri="{FF2B5EF4-FFF2-40B4-BE49-F238E27FC236}">
                <a16:creationId xmlns:a16="http://schemas.microsoft.com/office/drawing/2014/main" id="{58828DCF-62F2-E6DB-602F-7EA9C22D3948}"/>
              </a:ext>
            </a:extLst>
          </p:cNvPr>
          <p:cNvGrpSpPr/>
          <p:nvPr/>
        </p:nvGrpSpPr>
        <p:grpSpPr>
          <a:xfrm rot="5400000">
            <a:off x="14776955" y="9402101"/>
            <a:ext cx="352204" cy="352204"/>
            <a:chOff x="0" y="0"/>
            <a:chExt cx="812800" cy="812800"/>
          </a:xfrm>
        </p:grpSpPr>
        <p:sp>
          <p:nvSpPr>
            <p:cNvPr id="736" name="Google Shape;736;p23">
              <a:extLst>
                <a:ext uri="{FF2B5EF4-FFF2-40B4-BE49-F238E27FC236}">
                  <a16:creationId xmlns:a16="http://schemas.microsoft.com/office/drawing/2014/main" id="{4AD05406-56A2-6729-0BF2-DFC43868E9F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3">
              <a:extLst>
                <a:ext uri="{FF2B5EF4-FFF2-40B4-BE49-F238E27FC236}">
                  <a16:creationId xmlns:a16="http://schemas.microsoft.com/office/drawing/2014/main" id="{3D18D899-88E4-1B86-D208-872519E5D54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4D3BF08A-C185-DD2E-E3A0-935E80F210AA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39A69BCD-D3EE-9E62-3F31-C68BCEB5A699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4696DDDD-8ADD-C49E-C744-6DC1B3F38F78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330913EF-2D9D-4426-FF06-228991A8A05C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A0076565-62B1-4097-0D46-3CD4A4B71110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51517C3D-E243-2BE2-AB27-AFEE7D72C125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A33D0F2B-1004-4726-A381-A3E1B15D6206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5E2E69BA-9FA5-B5D9-8D89-B4F2999FDE10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C6C63883-0005-5C31-29A3-4080D73D61E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458;p17">
            <a:extLst>
              <a:ext uri="{FF2B5EF4-FFF2-40B4-BE49-F238E27FC236}">
                <a16:creationId xmlns:a16="http://schemas.microsoft.com/office/drawing/2014/main" id="{41F1F8DA-6143-5E08-621B-FE2C822D4F2E}"/>
              </a:ext>
            </a:extLst>
          </p:cNvPr>
          <p:cNvGrpSpPr/>
          <p:nvPr/>
        </p:nvGrpSpPr>
        <p:grpSpPr>
          <a:xfrm>
            <a:off x="554637" y="1275693"/>
            <a:ext cx="16609100" cy="8394721"/>
            <a:chOff x="0" y="-76844"/>
            <a:chExt cx="2288186" cy="1705679"/>
          </a:xfrm>
        </p:grpSpPr>
        <p:sp>
          <p:nvSpPr>
            <p:cNvPr id="4" name="Google Shape;459;p17">
              <a:extLst>
                <a:ext uri="{FF2B5EF4-FFF2-40B4-BE49-F238E27FC236}">
                  <a16:creationId xmlns:a16="http://schemas.microsoft.com/office/drawing/2014/main" id="{63000CEC-92F9-821C-8986-64E84F62A8EF}"/>
                </a:ext>
              </a:extLst>
            </p:cNvPr>
            <p:cNvSpPr/>
            <p:nvPr/>
          </p:nvSpPr>
          <p:spPr>
            <a:xfrm>
              <a:off x="0" y="0"/>
              <a:ext cx="2261714" cy="1567934"/>
            </a:xfrm>
            <a:custGeom>
              <a:avLst/>
              <a:gdLst/>
              <a:ahLst/>
              <a:cxnLst/>
              <a:rect l="l" t="t" r="r" b="b"/>
              <a:pathLst>
                <a:path w="2261714" h="1567934" extrusionOk="0">
                  <a:moveTo>
                    <a:pt x="22943" y="0"/>
                  </a:moveTo>
                  <a:lnTo>
                    <a:pt x="2238771" y="0"/>
                  </a:lnTo>
                  <a:cubicBezTo>
                    <a:pt x="2251442" y="0"/>
                    <a:pt x="2261714" y="10272"/>
                    <a:pt x="2261714" y="22943"/>
                  </a:cubicBezTo>
                  <a:lnTo>
                    <a:pt x="2261714" y="1544990"/>
                  </a:lnTo>
                  <a:cubicBezTo>
                    <a:pt x="2261714" y="1551075"/>
                    <a:pt x="2259297" y="1556911"/>
                    <a:pt x="2254994" y="1561214"/>
                  </a:cubicBezTo>
                  <a:cubicBezTo>
                    <a:pt x="2250691" y="1565516"/>
                    <a:pt x="2244856" y="1567934"/>
                    <a:pt x="2238771" y="1567934"/>
                  </a:cubicBezTo>
                  <a:lnTo>
                    <a:pt x="22943" y="1567934"/>
                  </a:lnTo>
                  <a:cubicBezTo>
                    <a:pt x="10272" y="1567934"/>
                    <a:pt x="0" y="1557662"/>
                    <a:pt x="0" y="1544990"/>
                  </a:cubicBezTo>
                  <a:lnTo>
                    <a:pt x="0" y="22943"/>
                  </a:lnTo>
                  <a:cubicBezTo>
                    <a:pt x="0" y="10272"/>
                    <a:pt x="10272" y="0"/>
                    <a:pt x="2294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FFBD4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60;p17">
              <a:extLst>
                <a:ext uri="{FF2B5EF4-FFF2-40B4-BE49-F238E27FC236}">
                  <a16:creationId xmlns:a16="http://schemas.microsoft.com/office/drawing/2014/main" id="{5D1ACBAC-7B9E-9D0C-2698-4373D445EEAA}"/>
                </a:ext>
              </a:extLst>
            </p:cNvPr>
            <p:cNvSpPr txBox="1"/>
            <p:nvPr/>
          </p:nvSpPr>
          <p:spPr>
            <a:xfrm>
              <a:off x="28912" y="-76844"/>
              <a:ext cx="2259274" cy="17056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457200" indent="-457200">
                <a:buAutoNum type="arabicPeriod"/>
              </a:pPr>
              <a:r>
                <a:rPr lang="en-US" sz="4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Patients can book appointments online.</a:t>
              </a:r>
            </a:p>
            <a:p>
              <a:pPr marL="457200" indent="-457200">
                <a:buAutoNum type="arabicPeriod"/>
              </a:pPr>
              <a:endParaRPr lang="en-US" sz="4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457200" indent="-457200">
                <a:buAutoNum type="arabicPeriod"/>
              </a:pPr>
              <a:r>
                <a:rPr lang="en-US" sz="4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Doctors can view upcoming appointments.</a:t>
              </a:r>
            </a:p>
            <a:p>
              <a:pPr marL="457200" indent="-457200">
                <a:buAutoNum type="arabicPeriod"/>
              </a:pPr>
              <a:endParaRPr lang="en-US" sz="4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457200" indent="-457200">
                <a:buAutoNum type="arabicPeriod"/>
              </a:pPr>
              <a:r>
                <a:rPr lang="en-US" sz="4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Receptionists can manage and confirm appointments.</a:t>
              </a:r>
            </a:p>
            <a:p>
              <a:pPr marL="457200" indent="-457200">
                <a:buAutoNum type="arabicPeriod"/>
              </a:pPr>
              <a:endParaRPr lang="en-US" sz="4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457200" indent="-457200">
                <a:buAutoNum type="arabicPeriod"/>
              </a:pPr>
              <a:r>
                <a:rPr lang="en-US" sz="4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Receptionists sends reminders to patients (via email/SMS).</a:t>
              </a:r>
            </a:p>
            <a:p>
              <a:pPr marL="457200" indent="-457200">
                <a:buAutoNum type="arabicPeriod"/>
              </a:pPr>
              <a:endParaRPr lang="en-US" sz="4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457200" indent="-457200">
                <a:buAutoNum type="arabicPeriod"/>
              </a:pPr>
              <a:r>
                <a:rPr lang="en-US" sz="4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Patients can view doctor availability in real-time.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1FD1C15-35A6-1ADD-D222-7F09FA23AB0D}"/>
              </a:ext>
            </a:extLst>
          </p:cNvPr>
          <p:cNvSpPr txBox="1"/>
          <p:nvPr/>
        </p:nvSpPr>
        <p:spPr>
          <a:xfrm>
            <a:off x="809470" y="522502"/>
            <a:ext cx="64007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4800" b="1" dirty="0">
                <a:solidFill>
                  <a:srgbClr val="FFBD4C"/>
                </a:solidFill>
                <a:latin typeface="Montserrat" panose="00000500000000000000" pitchFamily="2" charset="0"/>
              </a:rPr>
              <a:t>3.1 Requirements</a:t>
            </a:r>
          </a:p>
          <a:p>
            <a:endParaRPr lang="en-US" sz="4800" b="1" dirty="0">
              <a:solidFill>
                <a:srgbClr val="FFBD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93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EC355BAE-E059-C5C7-17D3-F8209AEFF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4" name="Google Shape;724;p23">
            <a:extLst>
              <a:ext uri="{FF2B5EF4-FFF2-40B4-BE49-F238E27FC236}">
                <a16:creationId xmlns:a16="http://schemas.microsoft.com/office/drawing/2014/main" id="{7056794E-B2AA-91BD-6FB7-900364AFEB41}"/>
              </a:ext>
            </a:extLst>
          </p:cNvPr>
          <p:cNvCxnSpPr/>
          <p:nvPr/>
        </p:nvCxnSpPr>
        <p:spPr>
          <a:xfrm>
            <a:off x="8228188" y="9578204"/>
            <a:ext cx="6724869" cy="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E17751B8-FDA9-20A6-B18F-1C2DF25823D8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3362C267-E775-66A7-C282-9F4A0C6E6691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66ED301C-C5AF-C0F6-29C5-045A83CA8ADA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24E1D999-0255-212A-65BA-1886EE484569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F21A9714-0084-8F13-EC8F-3F7582CFEEAC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3785A6F3-D8B6-6AA4-FE4B-361E50D44909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F6914BBF-8E0E-B7C3-AA01-DE030C9CDF43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E3CD7771-F990-B1E3-1795-D77EDBEC4036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BDA49FE8-D532-0EC3-6865-B1F7767C992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537B86-8A66-439D-AB43-87881DAA751C}"/>
              </a:ext>
            </a:extLst>
          </p:cNvPr>
          <p:cNvSpPr txBox="1"/>
          <p:nvPr/>
        </p:nvSpPr>
        <p:spPr>
          <a:xfrm>
            <a:off x="1034065" y="598029"/>
            <a:ext cx="94213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5400" b="1" dirty="0">
                <a:solidFill>
                  <a:srgbClr val="FFBD4C"/>
                </a:solidFill>
                <a:latin typeface="Montserrat" panose="00000500000000000000" pitchFamily="2" charset="0"/>
              </a:rPr>
              <a:t>3.2 features </a:t>
            </a:r>
          </a:p>
        </p:txBody>
      </p:sp>
      <p:sp>
        <p:nvSpPr>
          <p:cNvPr id="6" name="Google Shape;459;p17">
            <a:extLst>
              <a:ext uri="{FF2B5EF4-FFF2-40B4-BE49-F238E27FC236}">
                <a16:creationId xmlns:a16="http://schemas.microsoft.com/office/drawing/2014/main" id="{47608F05-B789-A023-5EC8-1F4C1DC7E2D9}"/>
              </a:ext>
            </a:extLst>
          </p:cNvPr>
          <p:cNvSpPr/>
          <p:nvPr/>
        </p:nvSpPr>
        <p:spPr>
          <a:xfrm>
            <a:off x="1034065" y="2299362"/>
            <a:ext cx="15409888" cy="5688275"/>
          </a:xfrm>
          <a:custGeom>
            <a:avLst/>
            <a:gdLst/>
            <a:ahLst/>
            <a:cxnLst/>
            <a:rect l="l" t="t" r="r" b="b"/>
            <a:pathLst>
              <a:path w="2261714" h="1567934" extrusionOk="0">
                <a:moveTo>
                  <a:pt x="22943" y="0"/>
                </a:moveTo>
                <a:lnTo>
                  <a:pt x="2238771" y="0"/>
                </a:lnTo>
                <a:cubicBezTo>
                  <a:pt x="2251442" y="0"/>
                  <a:pt x="2261714" y="10272"/>
                  <a:pt x="2261714" y="22943"/>
                </a:cubicBezTo>
                <a:lnTo>
                  <a:pt x="2261714" y="1544990"/>
                </a:lnTo>
                <a:cubicBezTo>
                  <a:pt x="2261714" y="1551075"/>
                  <a:pt x="2259297" y="1556911"/>
                  <a:pt x="2254994" y="1561214"/>
                </a:cubicBezTo>
                <a:cubicBezTo>
                  <a:pt x="2250691" y="1565516"/>
                  <a:pt x="2244856" y="1567934"/>
                  <a:pt x="2238771" y="1567934"/>
                </a:cubicBezTo>
                <a:lnTo>
                  <a:pt x="22943" y="1567934"/>
                </a:lnTo>
                <a:cubicBezTo>
                  <a:pt x="10272" y="1567934"/>
                  <a:pt x="0" y="1557662"/>
                  <a:pt x="0" y="1544990"/>
                </a:cubicBezTo>
                <a:lnTo>
                  <a:pt x="0" y="22943"/>
                </a:lnTo>
                <a:cubicBezTo>
                  <a:pt x="0" y="10272"/>
                  <a:pt x="10272" y="0"/>
                  <a:pt x="2294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FFBD4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US" sz="40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 Appointment Management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 Schedule Management (Doctor Dashboard)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 Notifications &amp; Reminders</a:t>
            </a:r>
          </a:p>
        </p:txBody>
      </p:sp>
    </p:spTree>
    <p:extLst>
      <p:ext uri="{BB962C8B-B14F-4D97-AF65-F5344CB8AC3E}">
        <p14:creationId xmlns:p14="http://schemas.microsoft.com/office/powerpoint/2010/main" val="2241126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60A544A9-9367-BE15-F5FF-158AF9081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4" name="Google Shape;724;p23">
            <a:extLst>
              <a:ext uri="{FF2B5EF4-FFF2-40B4-BE49-F238E27FC236}">
                <a16:creationId xmlns:a16="http://schemas.microsoft.com/office/drawing/2014/main" id="{4B6F20F9-B68C-96C6-53E0-2931A8163FA2}"/>
              </a:ext>
            </a:extLst>
          </p:cNvPr>
          <p:cNvCxnSpPr/>
          <p:nvPr/>
        </p:nvCxnSpPr>
        <p:spPr>
          <a:xfrm>
            <a:off x="8228188" y="9578204"/>
            <a:ext cx="6724869" cy="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4DC1D11E-32A2-8EA1-180F-30C31F410738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8293E0F1-F6E5-9D59-4068-1B58830F5332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1A9AED11-F306-9D86-7DCE-862457DD0954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F9B953C2-35C9-9258-507B-6196B37C15D2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40EC0051-0069-5801-38D9-481519E59B07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19DEBF77-5A8B-3E0B-7B0D-8C50D3A8C90B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D22B5525-A42F-8CFA-9472-41CD91F73694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2F6BF152-D77A-5232-FE92-E2D1A6BD2191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1F6BE0E1-68CC-315A-4ADA-1E29E51617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6E9A7B-C642-5EB1-AF0D-FE2BC49E23B5}"/>
              </a:ext>
            </a:extLst>
          </p:cNvPr>
          <p:cNvSpPr txBox="1"/>
          <p:nvPr/>
        </p:nvSpPr>
        <p:spPr>
          <a:xfrm>
            <a:off x="674558" y="3927430"/>
            <a:ext cx="1728365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0" b="1" dirty="0">
                <a:solidFill>
                  <a:srgbClr val="FFBD4C"/>
                </a:solidFill>
                <a:latin typeface="Montserrat" panose="00000500000000000000" pitchFamily="2" charset="0"/>
              </a:rPr>
              <a:t>3.3 Required Diagrams </a:t>
            </a:r>
          </a:p>
        </p:txBody>
      </p:sp>
    </p:spTree>
    <p:extLst>
      <p:ext uri="{BB962C8B-B14F-4D97-AF65-F5344CB8AC3E}">
        <p14:creationId xmlns:p14="http://schemas.microsoft.com/office/powerpoint/2010/main" val="1215601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F6C24D55-488E-BC30-0C5B-0122FE1D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4" name="Google Shape;724;p23">
            <a:extLst>
              <a:ext uri="{FF2B5EF4-FFF2-40B4-BE49-F238E27FC236}">
                <a16:creationId xmlns:a16="http://schemas.microsoft.com/office/drawing/2014/main" id="{85EF9BA2-3318-5768-926C-BB0FE8941C2B}"/>
              </a:ext>
            </a:extLst>
          </p:cNvPr>
          <p:cNvCxnSpPr/>
          <p:nvPr/>
        </p:nvCxnSpPr>
        <p:spPr>
          <a:xfrm>
            <a:off x="8228188" y="9578204"/>
            <a:ext cx="6724869" cy="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3E6D28D9-4212-4C28-3A99-41DECCDB4117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E39743AD-EE11-CF88-E5BF-AB4733053EA2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C6ED6887-6590-CA1E-BB25-01F868FB13B2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0B28CF09-1029-2BD9-2154-30239A648BE4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F59B7A3A-85B2-2A4C-7FF6-1E12E91CA12D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60D1C6F7-88C9-5020-8661-51E3C0C7B539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A80F8500-6B27-697C-DE84-D7C55F1A890D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CE5ECF5A-57B6-7EF5-E599-15EE6B36655A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5CE0F732-16FC-2A24-0F8E-79868D15D4E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5DBCB9-3666-7A67-47E7-6FB56CE8F37D}"/>
              </a:ext>
            </a:extLst>
          </p:cNvPr>
          <p:cNvSpPr txBox="1"/>
          <p:nvPr/>
        </p:nvSpPr>
        <p:spPr>
          <a:xfrm>
            <a:off x="1034064" y="598029"/>
            <a:ext cx="106732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4800" b="1" dirty="0">
                <a:solidFill>
                  <a:srgbClr val="FFBD4C"/>
                </a:solidFill>
                <a:latin typeface="Montserrat" panose="00000500000000000000" pitchFamily="2" charset="0"/>
              </a:rPr>
              <a:t>Context Flow Diagram (DFD):</a:t>
            </a:r>
            <a:endParaRPr lang="en-US" sz="4000" b="1" dirty="0">
              <a:solidFill>
                <a:srgbClr val="FFBD4C"/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1672FF-34D4-197F-C253-783B3DE54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105" y="1889077"/>
            <a:ext cx="13184959" cy="7799894"/>
          </a:xfrm>
          <a:prstGeom prst="rect">
            <a:avLst/>
          </a:prstGeom>
        </p:spPr>
      </p:pic>
      <p:sp>
        <p:nvSpPr>
          <p:cNvPr id="8" name="Google Shape;459;p17">
            <a:extLst>
              <a:ext uri="{FF2B5EF4-FFF2-40B4-BE49-F238E27FC236}">
                <a16:creationId xmlns:a16="http://schemas.microsoft.com/office/drawing/2014/main" id="{630CD451-FE39-59D5-DABB-8880B38EB2C6}"/>
              </a:ext>
            </a:extLst>
          </p:cNvPr>
          <p:cNvSpPr/>
          <p:nvPr/>
        </p:nvSpPr>
        <p:spPr>
          <a:xfrm>
            <a:off x="959242" y="1610951"/>
            <a:ext cx="16369515" cy="8304550"/>
          </a:xfrm>
          <a:custGeom>
            <a:avLst/>
            <a:gdLst/>
            <a:ahLst/>
            <a:cxnLst/>
            <a:rect l="l" t="t" r="r" b="b"/>
            <a:pathLst>
              <a:path w="2261714" h="1567934" extrusionOk="0">
                <a:moveTo>
                  <a:pt x="22943" y="0"/>
                </a:moveTo>
                <a:lnTo>
                  <a:pt x="2238771" y="0"/>
                </a:lnTo>
                <a:cubicBezTo>
                  <a:pt x="2251442" y="0"/>
                  <a:pt x="2261714" y="10272"/>
                  <a:pt x="2261714" y="22943"/>
                </a:cubicBezTo>
                <a:lnTo>
                  <a:pt x="2261714" y="1544990"/>
                </a:lnTo>
                <a:cubicBezTo>
                  <a:pt x="2261714" y="1551075"/>
                  <a:pt x="2259297" y="1556911"/>
                  <a:pt x="2254994" y="1561214"/>
                </a:cubicBezTo>
                <a:cubicBezTo>
                  <a:pt x="2250691" y="1565516"/>
                  <a:pt x="2244856" y="1567934"/>
                  <a:pt x="2238771" y="1567934"/>
                </a:cubicBezTo>
                <a:lnTo>
                  <a:pt x="22943" y="1567934"/>
                </a:lnTo>
                <a:cubicBezTo>
                  <a:pt x="10272" y="1567934"/>
                  <a:pt x="0" y="1557662"/>
                  <a:pt x="0" y="1544990"/>
                </a:cubicBezTo>
                <a:lnTo>
                  <a:pt x="0" y="22943"/>
                </a:lnTo>
                <a:cubicBezTo>
                  <a:pt x="0" y="10272"/>
                  <a:pt x="10272" y="0"/>
                  <a:pt x="2294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FFBD4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0752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BD9D70D2-C7E8-22DD-59A0-412B7326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4" name="Google Shape;724;p23">
            <a:extLst>
              <a:ext uri="{FF2B5EF4-FFF2-40B4-BE49-F238E27FC236}">
                <a16:creationId xmlns:a16="http://schemas.microsoft.com/office/drawing/2014/main" id="{07CA9585-F558-953B-B9D4-27D0D3783344}"/>
              </a:ext>
            </a:extLst>
          </p:cNvPr>
          <p:cNvCxnSpPr/>
          <p:nvPr/>
        </p:nvCxnSpPr>
        <p:spPr>
          <a:xfrm>
            <a:off x="8228188" y="9578204"/>
            <a:ext cx="6724869" cy="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25E3BC8C-A19B-1CD2-AD8E-0685F710D1C5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C86A37D5-F21B-2F4B-C3B4-818FCF6FBCD6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B1F56F15-A859-7D81-4AFA-EB59E96E1575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49024AF9-E496-4107-D74F-B55556C55179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13DF58F4-B9A3-CDDD-ECDD-D783CA919C97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E80BA27F-EE8E-1E38-EB7A-12475442F9DB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92AEE48D-8DA5-7924-5653-00D70CC23AE0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C8B45EDF-9227-B9F7-A928-777224F96017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5407B71C-E0B4-DE00-34BF-C219D2C3858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1A29D3-C3B1-3B5C-5F4D-552D8F8EB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2481" y="2178545"/>
            <a:ext cx="11781495" cy="75104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F51027-4720-6D8D-67F8-DB76770450F8}"/>
              </a:ext>
            </a:extLst>
          </p:cNvPr>
          <p:cNvSpPr txBox="1"/>
          <p:nvPr/>
        </p:nvSpPr>
        <p:spPr>
          <a:xfrm>
            <a:off x="1034065" y="598029"/>
            <a:ext cx="94213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5400" b="1" dirty="0">
                <a:solidFill>
                  <a:srgbClr val="FFBD4C"/>
                </a:solidFill>
                <a:latin typeface="Montserrat" panose="00000500000000000000" pitchFamily="2" charset="0"/>
              </a:rPr>
              <a:t>use case diagram</a:t>
            </a:r>
          </a:p>
        </p:txBody>
      </p:sp>
      <p:sp>
        <p:nvSpPr>
          <p:cNvPr id="6" name="Google Shape;459;p17">
            <a:extLst>
              <a:ext uri="{FF2B5EF4-FFF2-40B4-BE49-F238E27FC236}">
                <a16:creationId xmlns:a16="http://schemas.microsoft.com/office/drawing/2014/main" id="{60DC2F1E-5C3C-970B-4FAA-9A689E812A7B}"/>
              </a:ext>
            </a:extLst>
          </p:cNvPr>
          <p:cNvSpPr/>
          <p:nvPr/>
        </p:nvSpPr>
        <p:spPr>
          <a:xfrm>
            <a:off x="1034065" y="1813811"/>
            <a:ext cx="16369515" cy="8304550"/>
          </a:xfrm>
          <a:custGeom>
            <a:avLst/>
            <a:gdLst/>
            <a:ahLst/>
            <a:cxnLst/>
            <a:rect l="l" t="t" r="r" b="b"/>
            <a:pathLst>
              <a:path w="2261714" h="1567934" extrusionOk="0">
                <a:moveTo>
                  <a:pt x="22943" y="0"/>
                </a:moveTo>
                <a:lnTo>
                  <a:pt x="2238771" y="0"/>
                </a:lnTo>
                <a:cubicBezTo>
                  <a:pt x="2251442" y="0"/>
                  <a:pt x="2261714" y="10272"/>
                  <a:pt x="2261714" y="22943"/>
                </a:cubicBezTo>
                <a:lnTo>
                  <a:pt x="2261714" y="1544990"/>
                </a:lnTo>
                <a:cubicBezTo>
                  <a:pt x="2261714" y="1551075"/>
                  <a:pt x="2259297" y="1556911"/>
                  <a:pt x="2254994" y="1561214"/>
                </a:cubicBezTo>
                <a:cubicBezTo>
                  <a:pt x="2250691" y="1565516"/>
                  <a:pt x="2244856" y="1567934"/>
                  <a:pt x="2238771" y="1567934"/>
                </a:cubicBezTo>
                <a:lnTo>
                  <a:pt x="22943" y="1567934"/>
                </a:lnTo>
                <a:cubicBezTo>
                  <a:pt x="10272" y="1567934"/>
                  <a:pt x="0" y="1557662"/>
                  <a:pt x="0" y="1544990"/>
                </a:cubicBezTo>
                <a:lnTo>
                  <a:pt x="0" y="22943"/>
                </a:lnTo>
                <a:cubicBezTo>
                  <a:pt x="0" y="10272"/>
                  <a:pt x="10272" y="0"/>
                  <a:pt x="2294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FFBD4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087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468E0841-CD0E-A456-C0B4-26A9A81E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4" name="Google Shape;724;p23">
            <a:extLst>
              <a:ext uri="{FF2B5EF4-FFF2-40B4-BE49-F238E27FC236}">
                <a16:creationId xmlns:a16="http://schemas.microsoft.com/office/drawing/2014/main" id="{384E6CE0-B92B-5417-501B-D707E9136A1A}"/>
              </a:ext>
            </a:extLst>
          </p:cNvPr>
          <p:cNvCxnSpPr/>
          <p:nvPr/>
        </p:nvCxnSpPr>
        <p:spPr>
          <a:xfrm>
            <a:off x="8228188" y="9578204"/>
            <a:ext cx="6724869" cy="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ECC323C3-C519-5686-009F-194E22F9B306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504D96AD-3647-130B-386D-CEDC6EE34F48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AD2E48EE-1A47-A396-AC2A-59E5E6F3C17E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45D0CB35-78F0-7509-D33F-FAD9E645A726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BA6A8BFB-7B49-F229-BF87-8E21B203DFDD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EBAAF22D-B5E2-5E37-CC2B-15AB273B0BFF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648B98B8-54D0-B961-A8D1-AF43CF1C8FE3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38A8DC0E-A03C-22AC-975E-DE1B2521280B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245FB83E-310E-6B28-1AD7-5C53DF0A1A4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57FC56-267F-83ED-28A4-5F87105F8232}"/>
              </a:ext>
            </a:extLst>
          </p:cNvPr>
          <p:cNvSpPr txBox="1"/>
          <p:nvPr/>
        </p:nvSpPr>
        <p:spPr>
          <a:xfrm>
            <a:off x="1034066" y="340379"/>
            <a:ext cx="94213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5400" b="1" dirty="0">
                <a:solidFill>
                  <a:srgbClr val="FFBD4C"/>
                </a:solidFill>
                <a:latin typeface="Montserrat" panose="00000500000000000000" pitchFamily="2" charset="0"/>
              </a:rPr>
              <a:t>DFD 0 diagram</a:t>
            </a:r>
          </a:p>
        </p:txBody>
      </p:sp>
      <p:pic>
        <p:nvPicPr>
          <p:cNvPr id="4" name="Picture 3" descr="A diagram of a patient appointment&#10;&#10;AI-generated content may be incorrect.">
            <a:extLst>
              <a:ext uri="{FF2B5EF4-FFF2-40B4-BE49-F238E27FC236}">
                <a16:creationId xmlns:a16="http://schemas.microsoft.com/office/drawing/2014/main" id="{14A4C426-3205-BC79-A1C9-238814636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136" y="1839740"/>
            <a:ext cx="12990428" cy="7644245"/>
          </a:xfrm>
          <a:prstGeom prst="rect">
            <a:avLst/>
          </a:prstGeom>
        </p:spPr>
      </p:pic>
      <p:sp>
        <p:nvSpPr>
          <p:cNvPr id="7" name="Google Shape;459;p17">
            <a:extLst>
              <a:ext uri="{FF2B5EF4-FFF2-40B4-BE49-F238E27FC236}">
                <a16:creationId xmlns:a16="http://schemas.microsoft.com/office/drawing/2014/main" id="{9A43723E-27AC-D234-3A22-403559E71DA3}"/>
              </a:ext>
            </a:extLst>
          </p:cNvPr>
          <p:cNvSpPr/>
          <p:nvPr/>
        </p:nvSpPr>
        <p:spPr>
          <a:xfrm>
            <a:off x="1034066" y="1318385"/>
            <a:ext cx="15799888" cy="8681941"/>
          </a:xfrm>
          <a:custGeom>
            <a:avLst/>
            <a:gdLst/>
            <a:ahLst/>
            <a:cxnLst/>
            <a:rect l="l" t="t" r="r" b="b"/>
            <a:pathLst>
              <a:path w="2261714" h="1567934" extrusionOk="0">
                <a:moveTo>
                  <a:pt x="22943" y="0"/>
                </a:moveTo>
                <a:lnTo>
                  <a:pt x="2238771" y="0"/>
                </a:lnTo>
                <a:cubicBezTo>
                  <a:pt x="2251442" y="0"/>
                  <a:pt x="2261714" y="10272"/>
                  <a:pt x="2261714" y="22943"/>
                </a:cubicBezTo>
                <a:lnTo>
                  <a:pt x="2261714" y="1544990"/>
                </a:lnTo>
                <a:cubicBezTo>
                  <a:pt x="2261714" y="1551075"/>
                  <a:pt x="2259297" y="1556911"/>
                  <a:pt x="2254994" y="1561214"/>
                </a:cubicBezTo>
                <a:cubicBezTo>
                  <a:pt x="2250691" y="1565516"/>
                  <a:pt x="2244856" y="1567934"/>
                  <a:pt x="2238771" y="1567934"/>
                </a:cubicBezTo>
                <a:lnTo>
                  <a:pt x="22943" y="1567934"/>
                </a:lnTo>
                <a:cubicBezTo>
                  <a:pt x="10272" y="1567934"/>
                  <a:pt x="0" y="1557662"/>
                  <a:pt x="0" y="1544990"/>
                </a:cubicBezTo>
                <a:lnTo>
                  <a:pt x="0" y="22943"/>
                </a:lnTo>
                <a:cubicBezTo>
                  <a:pt x="0" y="10272"/>
                  <a:pt x="10272" y="0"/>
                  <a:pt x="2294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FFBD4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0279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CE3779D7-BBDE-360B-CD4B-5B564854B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4" name="Google Shape;724;p23">
            <a:extLst>
              <a:ext uri="{FF2B5EF4-FFF2-40B4-BE49-F238E27FC236}">
                <a16:creationId xmlns:a16="http://schemas.microsoft.com/office/drawing/2014/main" id="{F04BB209-3504-5A39-8006-70E23EC69554}"/>
              </a:ext>
            </a:extLst>
          </p:cNvPr>
          <p:cNvCxnSpPr/>
          <p:nvPr/>
        </p:nvCxnSpPr>
        <p:spPr>
          <a:xfrm>
            <a:off x="8228188" y="9578204"/>
            <a:ext cx="6724869" cy="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0D5BF69A-A468-98B6-F686-D64F113865DA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E20E9EC7-19DB-3DA9-1A2D-462377F5EF9D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6A1078FC-48E0-F02B-8CE5-E88F453A2F8F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1C17398D-B66C-8569-C615-02D33F575002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204BB628-C6DC-23A2-F35B-1F281621C906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88775131-86DB-C1CB-3BD0-64768436632C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FEDDC072-2DAA-8FE0-1D0D-3DF4DD250543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64B1F219-E964-7F0C-D01E-7B50D17F40B8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CEC31AF1-6900-B056-8DC8-C5024DFFC9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EAE338-922B-C29A-AC14-2003782F922C}"/>
              </a:ext>
            </a:extLst>
          </p:cNvPr>
          <p:cNvSpPr txBox="1"/>
          <p:nvPr/>
        </p:nvSpPr>
        <p:spPr>
          <a:xfrm>
            <a:off x="974105" y="909"/>
            <a:ext cx="94213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BD4C"/>
                </a:solidFill>
                <a:latin typeface="Montserrat" panose="00000500000000000000" pitchFamily="2" charset="0"/>
              </a:rPr>
              <a:t>Child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409EA6-37F1-BC1F-6B19-B95016E5E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915" y="1194716"/>
            <a:ext cx="10838803" cy="8795955"/>
          </a:xfrm>
          <a:prstGeom prst="rect">
            <a:avLst/>
          </a:prstGeom>
        </p:spPr>
      </p:pic>
      <p:sp>
        <p:nvSpPr>
          <p:cNvPr id="6" name="Google Shape;459;p17">
            <a:extLst>
              <a:ext uri="{FF2B5EF4-FFF2-40B4-BE49-F238E27FC236}">
                <a16:creationId xmlns:a16="http://schemas.microsoft.com/office/drawing/2014/main" id="{BC61410C-C3D1-153A-E1B8-D599E001EE9C}"/>
              </a:ext>
            </a:extLst>
          </p:cNvPr>
          <p:cNvSpPr/>
          <p:nvPr/>
        </p:nvSpPr>
        <p:spPr>
          <a:xfrm>
            <a:off x="929262" y="1051074"/>
            <a:ext cx="16669190" cy="9097267"/>
          </a:xfrm>
          <a:custGeom>
            <a:avLst/>
            <a:gdLst/>
            <a:ahLst/>
            <a:cxnLst/>
            <a:rect l="l" t="t" r="r" b="b"/>
            <a:pathLst>
              <a:path w="2261714" h="1567934" extrusionOk="0">
                <a:moveTo>
                  <a:pt x="22943" y="0"/>
                </a:moveTo>
                <a:lnTo>
                  <a:pt x="2238771" y="0"/>
                </a:lnTo>
                <a:cubicBezTo>
                  <a:pt x="2251442" y="0"/>
                  <a:pt x="2261714" y="10272"/>
                  <a:pt x="2261714" y="22943"/>
                </a:cubicBezTo>
                <a:lnTo>
                  <a:pt x="2261714" y="1544990"/>
                </a:lnTo>
                <a:cubicBezTo>
                  <a:pt x="2261714" y="1551075"/>
                  <a:pt x="2259297" y="1556911"/>
                  <a:pt x="2254994" y="1561214"/>
                </a:cubicBezTo>
                <a:cubicBezTo>
                  <a:pt x="2250691" y="1565516"/>
                  <a:pt x="2244856" y="1567934"/>
                  <a:pt x="2238771" y="1567934"/>
                </a:cubicBezTo>
                <a:lnTo>
                  <a:pt x="22943" y="1567934"/>
                </a:lnTo>
                <a:cubicBezTo>
                  <a:pt x="10272" y="1567934"/>
                  <a:pt x="0" y="1557662"/>
                  <a:pt x="0" y="1544990"/>
                </a:cubicBezTo>
                <a:lnTo>
                  <a:pt x="0" y="22943"/>
                </a:lnTo>
                <a:cubicBezTo>
                  <a:pt x="0" y="10272"/>
                  <a:pt x="10272" y="0"/>
                  <a:pt x="2294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FFBD4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2989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6EB66AFC-6394-AD68-D8F7-A423C4ACD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4" name="Google Shape;724;p23">
            <a:extLst>
              <a:ext uri="{FF2B5EF4-FFF2-40B4-BE49-F238E27FC236}">
                <a16:creationId xmlns:a16="http://schemas.microsoft.com/office/drawing/2014/main" id="{9BF153A4-E1E3-BB9C-B49A-564236E04067}"/>
              </a:ext>
            </a:extLst>
          </p:cNvPr>
          <p:cNvCxnSpPr/>
          <p:nvPr/>
        </p:nvCxnSpPr>
        <p:spPr>
          <a:xfrm>
            <a:off x="8228188" y="9578204"/>
            <a:ext cx="6724869" cy="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B675B45C-ECA2-2BD5-1D32-CCD0F404E174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D3CA1389-9632-484D-BE0B-72394D97FDD8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7710F2B9-36CE-BBE2-7F13-68D715749E2D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B70F5341-894A-D157-763C-0C490658E833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269068A2-46D0-ED4F-3358-66B04CC81950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F12007CB-045F-FA01-66F3-379F237019B5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A0798262-293C-92E2-6C19-28638C312023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72789DE1-D3D9-8FD3-B1D0-BF5672DDD479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846A0DC5-B6B7-1F46-2692-B1F1B91F6AF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4B70B3-F79A-2C5D-584A-3C4020AAE6AF}"/>
              </a:ext>
            </a:extLst>
          </p:cNvPr>
          <p:cNvSpPr txBox="1"/>
          <p:nvPr/>
        </p:nvSpPr>
        <p:spPr>
          <a:xfrm>
            <a:off x="1034065" y="240953"/>
            <a:ext cx="94213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BD4C"/>
                </a:solidFill>
                <a:latin typeface="Montserrat" panose="00000500000000000000" pitchFamily="2" charset="0"/>
              </a:rPr>
              <a:t>Class diagram </a:t>
            </a:r>
          </a:p>
        </p:txBody>
      </p:sp>
      <p:sp>
        <p:nvSpPr>
          <p:cNvPr id="6" name="Google Shape;459;p17">
            <a:extLst>
              <a:ext uri="{FF2B5EF4-FFF2-40B4-BE49-F238E27FC236}">
                <a16:creationId xmlns:a16="http://schemas.microsoft.com/office/drawing/2014/main" id="{8F2B4A1B-5C56-E4DD-3510-99101B661500}"/>
              </a:ext>
            </a:extLst>
          </p:cNvPr>
          <p:cNvSpPr/>
          <p:nvPr/>
        </p:nvSpPr>
        <p:spPr>
          <a:xfrm>
            <a:off x="1034065" y="948839"/>
            <a:ext cx="16369515" cy="9097208"/>
          </a:xfrm>
          <a:custGeom>
            <a:avLst/>
            <a:gdLst/>
            <a:ahLst/>
            <a:cxnLst/>
            <a:rect l="l" t="t" r="r" b="b"/>
            <a:pathLst>
              <a:path w="2261714" h="1567934" extrusionOk="0">
                <a:moveTo>
                  <a:pt x="22943" y="0"/>
                </a:moveTo>
                <a:lnTo>
                  <a:pt x="2238771" y="0"/>
                </a:lnTo>
                <a:cubicBezTo>
                  <a:pt x="2251442" y="0"/>
                  <a:pt x="2261714" y="10272"/>
                  <a:pt x="2261714" y="22943"/>
                </a:cubicBezTo>
                <a:lnTo>
                  <a:pt x="2261714" y="1544990"/>
                </a:lnTo>
                <a:cubicBezTo>
                  <a:pt x="2261714" y="1551075"/>
                  <a:pt x="2259297" y="1556911"/>
                  <a:pt x="2254994" y="1561214"/>
                </a:cubicBezTo>
                <a:cubicBezTo>
                  <a:pt x="2250691" y="1565516"/>
                  <a:pt x="2244856" y="1567934"/>
                  <a:pt x="2238771" y="1567934"/>
                </a:cubicBezTo>
                <a:lnTo>
                  <a:pt x="22943" y="1567934"/>
                </a:lnTo>
                <a:cubicBezTo>
                  <a:pt x="10272" y="1567934"/>
                  <a:pt x="0" y="1557662"/>
                  <a:pt x="0" y="1544990"/>
                </a:cubicBezTo>
                <a:lnTo>
                  <a:pt x="0" y="22943"/>
                </a:lnTo>
                <a:cubicBezTo>
                  <a:pt x="0" y="10272"/>
                  <a:pt x="10272" y="0"/>
                  <a:pt x="2294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FFBD4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 descr="A diagram of a patient appointment&#10;&#10;AI-generated content may be incorrect.">
            <a:extLst>
              <a:ext uri="{FF2B5EF4-FFF2-40B4-BE49-F238E27FC236}">
                <a16:creationId xmlns:a16="http://schemas.microsoft.com/office/drawing/2014/main" id="{814958BE-EDB9-00A6-E3D0-0325D7B73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137" y="1286134"/>
            <a:ext cx="8412497" cy="841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800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E129596A-9A4E-BCDA-4F1F-9CB247DB3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4" name="Google Shape;724;p23">
            <a:extLst>
              <a:ext uri="{FF2B5EF4-FFF2-40B4-BE49-F238E27FC236}">
                <a16:creationId xmlns:a16="http://schemas.microsoft.com/office/drawing/2014/main" id="{7290F538-A880-E8C0-05BA-40404FCA33D6}"/>
              </a:ext>
            </a:extLst>
          </p:cNvPr>
          <p:cNvCxnSpPr/>
          <p:nvPr/>
        </p:nvCxnSpPr>
        <p:spPr>
          <a:xfrm>
            <a:off x="8228188" y="9578204"/>
            <a:ext cx="6724869" cy="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2423CB2F-7EB4-B26A-D032-5AF5A66A64AB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D07ACBCE-88BA-8451-B3D9-8C93FCE4B575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AD9E2613-57DC-2FDD-BAFF-DE74F2E0C315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30737A96-D320-543F-9A32-9480534EB867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59600070-796E-0E49-A456-54DD5446E431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02C7BFE6-3463-4EA9-5504-DC8607936886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3405BFFF-C9F9-6316-D6B2-678DAD1D139E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7C783FCE-FDC7-8C76-D401-7622136AE358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58B5CB10-7749-0592-B9C0-840F03736E0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292730-176C-4FF6-58AD-41C73DE38368}"/>
              </a:ext>
            </a:extLst>
          </p:cNvPr>
          <p:cNvSpPr txBox="1"/>
          <p:nvPr/>
        </p:nvSpPr>
        <p:spPr>
          <a:xfrm>
            <a:off x="1034064" y="598029"/>
            <a:ext cx="106732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5400" b="1" dirty="0">
                <a:solidFill>
                  <a:srgbClr val="FFBD4C"/>
                </a:solidFill>
                <a:latin typeface="Montserrat" panose="00000500000000000000" pitchFamily="2" charset="0"/>
              </a:rPr>
              <a:t>Activity Flow Diagram: </a:t>
            </a:r>
            <a:endParaRPr lang="en-US" sz="4400" b="1" dirty="0">
              <a:solidFill>
                <a:srgbClr val="FFBD4C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Google Shape;459;p17">
            <a:extLst>
              <a:ext uri="{FF2B5EF4-FFF2-40B4-BE49-F238E27FC236}">
                <a16:creationId xmlns:a16="http://schemas.microsoft.com/office/drawing/2014/main" id="{FDB6F201-7D0A-52E3-CBFA-08202C222EC3}"/>
              </a:ext>
            </a:extLst>
          </p:cNvPr>
          <p:cNvSpPr/>
          <p:nvPr/>
        </p:nvSpPr>
        <p:spPr>
          <a:xfrm>
            <a:off x="1034065" y="1610951"/>
            <a:ext cx="16369515" cy="8304550"/>
          </a:xfrm>
          <a:custGeom>
            <a:avLst/>
            <a:gdLst/>
            <a:ahLst/>
            <a:cxnLst/>
            <a:rect l="l" t="t" r="r" b="b"/>
            <a:pathLst>
              <a:path w="2261714" h="1567934" extrusionOk="0">
                <a:moveTo>
                  <a:pt x="22943" y="0"/>
                </a:moveTo>
                <a:lnTo>
                  <a:pt x="2238771" y="0"/>
                </a:lnTo>
                <a:cubicBezTo>
                  <a:pt x="2251442" y="0"/>
                  <a:pt x="2261714" y="10272"/>
                  <a:pt x="2261714" y="22943"/>
                </a:cubicBezTo>
                <a:lnTo>
                  <a:pt x="2261714" y="1544990"/>
                </a:lnTo>
                <a:cubicBezTo>
                  <a:pt x="2261714" y="1551075"/>
                  <a:pt x="2259297" y="1556911"/>
                  <a:pt x="2254994" y="1561214"/>
                </a:cubicBezTo>
                <a:cubicBezTo>
                  <a:pt x="2250691" y="1565516"/>
                  <a:pt x="2244856" y="1567934"/>
                  <a:pt x="2238771" y="1567934"/>
                </a:cubicBezTo>
                <a:lnTo>
                  <a:pt x="22943" y="1567934"/>
                </a:lnTo>
                <a:cubicBezTo>
                  <a:pt x="10272" y="1567934"/>
                  <a:pt x="0" y="1557662"/>
                  <a:pt x="0" y="1544990"/>
                </a:cubicBezTo>
                <a:lnTo>
                  <a:pt x="0" y="22943"/>
                </a:lnTo>
                <a:cubicBezTo>
                  <a:pt x="0" y="10272"/>
                  <a:pt x="10272" y="0"/>
                  <a:pt x="2294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FFBD4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7F1FDF-4C5A-D8A3-5885-0FC9E3BC2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649" y="1816402"/>
            <a:ext cx="11532736" cy="75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442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35E27A1C-C544-B7E2-1FF9-7F6DE157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4" name="Google Shape;724;p23">
            <a:extLst>
              <a:ext uri="{FF2B5EF4-FFF2-40B4-BE49-F238E27FC236}">
                <a16:creationId xmlns:a16="http://schemas.microsoft.com/office/drawing/2014/main" id="{930A70BF-EED6-1353-9C3C-5F6B6CB3FBA1}"/>
              </a:ext>
            </a:extLst>
          </p:cNvPr>
          <p:cNvCxnSpPr/>
          <p:nvPr/>
        </p:nvCxnSpPr>
        <p:spPr>
          <a:xfrm>
            <a:off x="8228188" y="9578204"/>
            <a:ext cx="6724869" cy="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9AC633E6-68D3-E6E3-8DEA-0B8F74BBE57C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019E2269-9817-65F2-AEF4-0CF36BD96D2E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F3D13783-5610-3764-F6F8-9635D562617B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88AAEE42-B7BD-9BAC-5FD3-FCBB0E07F0B8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D9C42411-398B-E421-D343-B98699071CB0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E09F6EE0-DC9F-1080-1350-028BCE5EB41F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146EBF6D-CEAD-F214-D577-84F301A24331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AE9F97C8-E7C9-3552-8ED8-7E4A3C266F13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E2CF61F1-4288-6FAE-4D51-713DC39A149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94328F-D17E-41E3-18B2-44C75FAEF62B}"/>
              </a:ext>
            </a:extLst>
          </p:cNvPr>
          <p:cNvSpPr txBox="1"/>
          <p:nvPr/>
        </p:nvSpPr>
        <p:spPr>
          <a:xfrm>
            <a:off x="1034064" y="598029"/>
            <a:ext cx="106732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5400" b="1" dirty="0">
                <a:solidFill>
                  <a:srgbClr val="FFBD4C"/>
                </a:solidFill>
                <a:latin typeface="Montserrat" panose="00000500000000000000" pitchFamily="2" charset="0"/>
              </a:rPr>
              <a:t>Gantt chart</a:t>
            </a:r>
            <a:endParaRPr lang="en-US" sz="4400" b="1" dirty="0">
              <a:solidFill>
                <a:srgbClr val="FFBD4C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Google Shape;459;p17">
            <a:extLst>
              <a:ext uri="{FF2B5EF4-FFF2-40B4-BE49-F238E27FC236}">
                <a16:creationId xmlns:a16="http://schemas.microsoft.com/office/drawing/2014/main" id="{3083DFE3-7B7F-9C55-9CE0-CDC70F6E9352}"/>
              </a:ext>
            </a:extLst>
          </p:cNvPr>
          <p:cNvSpPr/>
          <p:nvPr/>
        </p:nvSpPr>
        <p:spPr>
          <a:xfrm>
            <a:off x="1034065" y="1738859"/>
            <a:ext cx="16294565" cy="8176641"/>
          </a:xfrm>
          <a:custGeom>
            <a:avLst/>
            <a:gdLst/>
            <a:ahLst/>
            <a:cxnLst/>
            <a:rect l="l" t="t" r="r" b="b"/>
            <a:pathLst>
              <a:path w="2261714" h="1567934" extrusionOk="0">
                <a:moveTo>
                  <a:pt x="22943" y="0"/>
                </a:moveTo>
                <a:lnTo>
                  <a:pt x="2238771" y="0"/>
                </a:lnTo>
                <a:cubicBezTo>
                  <a:pt x="2251442" y="0"/>
                  <a:pt x="2261714" y="10272"/>
                  <a:pt x="2261714" y="22943"/>
                </a:cubicBezTo>
                <a:lnTo>
                  <a:pt x="2261714" y="1544990"/>
                </a:lnTo>
                <a:cubicBezTo>
                  <a:pt x="2261714" y="1551075"/>
                  <a:pt x="2259297" y="1556911"/>
                  <a:pt x="2254994" y="1561214"/>
                </a:cubicBezTo>
                <a:cubicBezTo>
                  <a:pt x="2250691" y="1565516"/>
                  <a:pt x="2244856" y="1567934"/>
                  <a:pt x="2238771" y="1567934"/>
                </a:cubicBezTo>
                <a:lnTo>
                  <a:pt x="22943" y="1567934"/>
                </a:lnTo>
                <a:cubicBezTo>
                  <a:pt x="10272" y="1567934"/>
                  <a:pt x="0" y="1557662"/>
                  <a:pt x="0" y="1544990"/>
                </a:cubicBezTo>
                <a:lnTo>
                  <a:pt x="0" y="22943"/>
                </a:lnTo>
                <a:cubicBezTo>
                  <a:pt x="0" y="10272"/>
                  <a:pt x="10272" y="0"/>
                  <a:pt x="2294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FFBD4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6F8026-5466-BFB7-A953-7221ECD84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993" y="2164372"/>
            <a:ext cx="11677447" cy="752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065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B031BB61-73A1-551F-9144-CA18BF1CB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4" name="Google Shape;724;p23">
            <a:extLst>
              <a:ext uri="{FF2B5EF4-FFF2-40B4-BE49-F238E27FC236}">
                <a16:creationId xmlns:a16="http://schemas.microsoft.com/office/drawing/2014/main" id="{A8BADCBA-34CF-7C16-7508-727B3EE65E70}"/>
              </a:ext>
            </a:extLst>
          </p:cNvPr>
          <p:cNvCxnSpPr/>
          <p:nvPr/>
        </p:nvCxnSpPr>
        <p:spPr>
          <a:xfrm>
            <a:off x="8228188" y="9578204"/>
            <a:ext cx="6724869" cy="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5EC3C732-998B-CDD4-8CA9-2CB480166E1E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7066D6A0-8E95-D75F-75DC-CB840B1E41E7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CD5115C2-184F-9BC9-B209-839C7C7B765C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E39448AD-2DB7-B763-F5A8-2B05DFC4D809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0332FC16-F6C3-8BDE-FE2E-81539DA7E63B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E6A41F00-4785-E060-95BC-5790C946F187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166EAC33-FA03-8197-9D21-833E5961CD76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9327E349-325C-834A-C8C9-E9DB2340722C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BAC772C5-8872-CEA6-55F0-0E2B069C0F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D9BCD5-DA84-793F-B114-34BF16A70D66}"/>
              </a:ext>
            </a:extLst>
          </p:cNvPr>
          <p:cNvSpPr txBox="1"/>
          <p:nvPr/>
        </p:nvSpPr>
        <p:spPr>
          <a:xfrm>
            <a:off x="1094026" y="79953"/>
            <a:ext cx="10673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FFBD4C"/>
                </a:solidFill>
                <a:latin typeface="Montserrat" panose="00000500000000000000" pitchFamily="2" charset="0"/>
              </a:rPr>
              <a:t>PERT chart</a:t>
            </a:r>
            <a:endParaRPr lang="en-US" sz="2800" b="1" dirty="0">
              <a:solidFill>
                <a:srgbClr val="FFBD4C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Google Shape;459;p17">
            <a:extLst>
              <a:ext uri="{FF2B5EF4-FFF2-40B4-BE49-F238E27FC236}">
                <a16:creationId xmlns:a16="http://schemas.microsoft.com/office/drawing/2014/main" id="{4F2B7533-EC7F-E0A8-36B0-4F25994E4C2C}"/>
              </a:ext>
            </a:extLst>
          </p:cNvPr>
          <p:cNvSpPr/>
          <p:nvPr/>
        </p:nvSpPr>
        <p:spPr>
          <a:xfrm>
            <a:off x="2638270" y="726284"/>
            <a:ext cx="13546406" cy="9317125"/>
          </a:xfrm>
          <a:custGeom>
            <a:avLst/>
            <a:gdLst/>
            <a:ahLst/>
            <a:cxnLst/>
            <a:rect l="l" t="t" r="r" b="b"/>
            <a:pathLst>
              <a:path w="2261714" h="1567934" extrusionOk="0">
                <a:moveTo>
                  <a:pt x="22943" y="0"/>
                </a:moveTo>
                <a:lnTo>
                  <a:pt x="2238771" y="0"/>
                </a:lnTo>
                <a:cubicBezTo>
                  <a:pt x="2251442" y="0"/>
                  <a:pt x="2261714" y="10272"/>
                  <a:pt x="2261714" y="22943"/>
                </a:cubicBezTo>
                <a:lnTo>
                  <a:pt x="2261714" y="1544990"/>
                </a:lnTo>
                <a:cubicBezTo>
                  <a:pt x="2261714" y="1551075"/>
                  <a:pt x="2259297" y="1556911"/>
                  <a:pt x="2254994" y="1561214"/>
                </a:cubicBezTo>
                <a:cubicBezTo>
                  <a:pt x="2250691" y="1565516"/>
                  <a:pt x="2244856" y="1567934"/>
                  <a:pt x="2238771" y="1567934"/>
                </a:cubicBezTo>
                <a:lnTo>
                  <a:pt x="22943" y="1567934"/>
                </a:lnTo>
                <a:cubicBezTo>
                  <a:pt x="10272" y="1567934"/>
                  <a:pt x="0" y="1557662"/>
                  <a:pt x="0" y="1544990"/>
                </a:cubicBezTo>
                <a:lnTo>
                  <a:pt x="0" y="22943"/>
                </a:lnTo>
                <a:cubicBezTo>
                  <a:pt x="0" y="10272"/>
                  <a:pt x="10272" y="0"/>
                  <a:pt x="2294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FFBD4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C98BFF-4113-7DDE-A5A2-EB697F125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118" y="902279"/>
            <a:ext cx="10181216" cy="900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954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426"/>
        </a:solidFill>
        <a:effectLst/>
      </p:bgPr>
    </p:bg>
    <p:spTree>
      <p:nvGrpSpPr>
        <p:cNvPr id="1" name="Shape 715">
          <a:extLst>
            <a:ext uri="{FF2B5EF4-FFF2-40B4-BE49-F238E27FC236}">
              <a16:creationId xmlns:a16="http://schemas.microsoft.com/office/drawing/2014/main" id="{57A8BA40-7476-9EA8-3C94-7B74802C4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4" name="Google Shape;724;p23">
            <a:extLst>
              <a:ext uri="{FF2B5EF4-FFF2-40B4-BE49-F238E27FC236}">
                <a16:creationId xmlns:a16="http://schemas.microsoft.com/office/drawing/2014/main" id="{32F2992B-F25C-59CD-FB00-F86291D7755F}"/>
              </a:ext>
            </a:extLst>
          </p:cNvPr>
          <p:cNvCxnSpPr/>
          <p:nvPr/>
        </p:nvCxnSpPr>
        <p:spPr>
          <a:xfrm>
            <a:off x="8228188" y="9578204"/>
            <a:ext cx="6724869" cy="0"/>
          </a:xfrm>
          <a:prstGeom prst="straightConnector1">
            <a:avLst/>
          </a:prstGeom>
          <a:noFill/>
          <a:ln w="38100" cap="flat" cmpd="sng">
            <a:solidFill>
              <a:srgbClr val="FFBD4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39" name="Google Shape;739;p23">
            <a:extLst>
              <a:ext uri="{FF2B5EF4-FFF2-40B4-BE49-F238E27FC236}">
                <a16:creationId xmlns:a16="http://schemas.microsoft.com/office/drawing/2014/main" id="{DDA08E65-B627-A925-F669-BB37BC88C57F}"/>
              </a:ext>
            </a:extLst>
          </p:cNvPr>
          <p:cNvGrpSpPr/>
          <p:nvPr/>
        </p:nvGrpSpPr>
        <p:grpSpPr>
          <a:xfrm rot="5400000">
            <a:off x="16964938" y="5824968"/>
            <a:ext cx="2137482" cy="475324"/>
            <a:chOff x="30956" y="22212"/>
            <a:chExt cx="2849976" cy="633766"/>
          </a:xfrm>
        </p:grpSpPr>
        <p:cxnSp>
          <p:nvCxnSpPr>
            <p:cNvPr id="740" name="Google Shape;740;p23">
              <a:extLst>
                <a:ext uri="{FF2B5EF4-FFF2-40B4-BE49-F238E27FC236}">
                  <a16:creationId xmlns:a16="http://schemas.microsoft.com/office/drawing/2014/main" id="{5FA79B07-FBE3-0D42-4F2C-47DBCA537CE2}"/>
                </a:ext>
              </a:extLst>
            </p:cNvPr>
            <p:cNvCxnSpPr/>
            <p:nvPr/>
          </p:nvCxnSpPr>
          <p:spPr>
            <a:xfrm rot="10800000" flipH="1">
              <a:off x="30956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23">
              <a:extLst>
                <a:ext uri="{FF2B5EF4-FFF2-40B4-BE49-F238E27FC236}">
                  <a16:creationId xmlns:a16="http://schemas.microsoft.com/office/drawing/2014/main" id="{E5128EB5-6737-A1CA-9ECF-88E1DF828264}"/>
                </a:ext>
              </a:extLst>
            </p:cNvPr>
            <p:cNvCxnSpPr/>
            <p:nvPr/>
          </p:nvCxnSpPr>
          <p:spPr>
            <a:xfrm rot="10800000" flipH="1">
              <a:off x="430160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23">
              <a:extLst>
                <a:ext uri="{FF2B5EF4-FFF2-40B4-BE49-F238E27FC236}">
                  <a16:creationId xmlns:a16="http://schemas.microsoft.com/office/drawing/2014/main" id="{EBEB1827-F0F0-4676-6ACF-398944100BF1}"/>
                </a:ext>
              </a:extLst>
            </p:cNvPr>
            <p:cNvCxnSpPr/>
            <p:nvPr/>
          </p:nvCxnSpPr>
          <p:spPr>
            <a:xfrm rot="10800000" flipH="1">
              <a:off x="829364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23">
              <a:extLst>
                <a:ext uri="{FF2B5EF4-FFF2-40B4-BE49-F238E27FC236}">
                  <a16:creationId xmlns:a16="http://schemas.microsoft.com/office/drawing/2014/main" id="{E2D1F1EB-7117-0C19-57AD-269CA977FE69}"/>
                </a:ext>
              </a:extLst>
            </p:cNvPr>
            <p:cNvCxnSpPr/>
            <p:nvPr/>
          </p:nvCxnSpPr>
          <p:spPr>
            <a:xfrm rot="10800000" flipH="1">
              <a:off x="1228569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23">
              <a:extLst>
                <a:ext uri="{FF2B5EF4-FFF2-40B4-BE49-F238E27FC236}">
                  <a16:creationId xmlns:a16="http://schemas.microsoft.com/office/drawing/2014/main" id="{A689DD31-4876-D1EE-E2C4-B1AE2163DCF6}"/>
                </a:ext>
              </a:extLst>
            </p:cNvPr>
            <p:cNvCxnSpPr/>
            <p:nvPr/>
          </p:nvCxnSpPr>
          <p:spPr>
            <a:xfrm rot="10800000" flipH="1">
              <a:off x="1627773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23">
              <a:extLst>
                <a:ext uri="{FF2B5EF4-FFF2-40B4-BE49-F238E27FC236}">
                  <a16:creationId xmlns:a16="http://schemas.microsoft.com/office/drawing/2014/main" id="{A924FA46-198B-77CF-EB30-AD847662F2D9}"/>
                </a:ext>
              </a:extLst>
            </p:cNvPr>
            <p:cNvCxnSpPr/>
            <p:nvPr/>
          </p:nvCxnSpPr>
          <p:spPr>
            <a:xfrm rot="10800000" flipH="1">
              <a:off x="2026977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23">
              <a:extLst>
                <a:ext uri="{FF2B5EF4-FFF2-40B4-BE49-F238E27FC236}">
                  <a16:creationId xmlns:a16="http://schemas.microsoft.com/office/drawing/2014/main" id="{C486B32F-66BD-BEA3-3FA9-8DF583E49482}"/>
                </a:ext>
              </a:extLst>
            </p:cNvPr>
            <p:cNvCxnSpPr/>
            <p:nvPr/>
          </p:nvCxnSpPr>
          <p:spPr>
            <a:xfrm rot="10800000" flipH="1">
              <a:off x="2426182" y="22212"/>
              <a:ext cx="454750" cy="633766"/>
            </a:xfrm>
            <a:prstGeom prst="straightConnector1">
              <a:avLst/>
            </a:prstGeom>
            <a:noFill/>
            <a:ln w="76200" cap="flat" cmpd="sng">
              <a:solidFill>
                <a:srgbClr val="FFBD4C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748" name="Google Shape;748;p23">
            <a:extLst>
              <a:ext uri="{FF2B5EF4-FFF2-40B4-BE49-F238E27FC236}">
                <a16:creationId xmlns:a16="http://schemas.microsoft.com/office/drawing/2014/main" id="{0F92EA03-3269-D21F-EB17-710766C6DC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4675" y="7991711"/>
            <a:ext cx="845675" cy="8171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F2183D-B29E-E70D-9659-DDEB60F3C2C1}"/>
              </a:ext>
            </a:extLst>
          </p:cNvPr>
          <p:cNvSpPr txBox="1"/>
          <p:nvPr/>
        </p:nvSpPr>
        <p:spPr>
          <a:xfrm>
            <a:off x="1094026" y="79953"/>
            <a:ext cx="106732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BD4C"/>
                </a:solidFill>
                <a:latin typeface="Montserrat" panose="00000500000000000000" pitchFamily="2" charset="0"/>
              </a:rPr>
              <a:t>Data dictionary</a:t>
            </a:r>
            <a:endParaRPr lang="en-US" sz="3200" b="1" dirty="0">
              <a:solidFill>
                <a:srgbClr val="FFBD4C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Google Shape;459;p17">
            <a:extLst>
              <a:ext uri="{FF2B5EF4-FFF2-40B4-BE49-F238E27FC236}">
                <a16:creationId xmlns:a16="http://schemas.microsoft.com/office/drawing/2014/main" id="{AE5D7CDC-EFE5-FCEB-9916-A98C4563A491}"/>
              </a:ext>
            </a:extLst>
          </p:cNvPr>
          <p:cNvSpPr/>
          <p:nvPr/>
        </p:nvSpPr>
        <p:spPr>
          <a:xfrm>
            <a:off x="2608289" y="787839"/>
            <a:ext cx="13576387" cy="9255570"/>
          </a:xfrm>
          <a:custGeom>
            <a:avLst/>
            <a:gdLst/>
            <a:ahLst/>
            <a:cxnLst/>
            <a:rect l="l" t="t" r="r" b="b"/>
            <a:pathLst>
              <a:path w="2261714" h="1567934" extrusionOk="0">
                <a:moveTo>
                  <a:pt x="22943" y="0"/>
                </a:moveTo>
                <a:lnTo>
                  <a:pt x="2238771" y="0"/>
                </a:lnTo>
                <a:cubicBezTo>
                  <a:pt x="2251442" y="0"/>
                  <a:pt x="2261714" y="10272"/>
                  <a:pt x="2261714" y="22943"/>
                </a:cubicBezTo>
                <a:lnTo>
                  <a:pt x="2261714" y="1544990"/>
                </a:lnTo>
                <a:cubicBezTo>
                  <a:pt x="2261714" y="1551075"/>
                  <a:pt x="2259297" y="1556911"/>
                  <a:pt x="2254994" y="1561214"/>
                </a:cubicBezTo>
                <a:cubicBezTo>
                  <a:pt x="2250691" y="1565516"/>
                  <a:pt x="2244856" y="1567934"/>
                  <a:pt x="2238771" y="1567934"/>
                </a:cubicBezTo>
                <a:lnTo>
                  <a:pt x="22943" y="1567934"/>
                </a:lnTo>
                <a:cubicBezTo>
                  <a:pt x="10272" y="1567934"/>
                  <a:pt x="0" y="1557662"/>
                  <a:pt x="0" y="1544990"/>
                </a:cubicBezTo>
                <a:lnTo>
                  <a:pt x="0" y="22943"/>
                </a:lnTo>
                <a:cubicBezTo>
                  <a:pt x="0" y="10272"/>
                  <a:pt x="10272" y="0"/>
                  <a:pt x="2294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FFBD4C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B71FB-33C6-6D54-DE1F-04A8F0133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491" y="922085"/>
            <a:ext cx="9816155" cy="895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26961"/>
      </p:ext>
    </p:extLst>
  </p:cSld>
  <p:clrMapOvr>
    <a:masterClrMapping/>
  </p:clrMapOvr>
</p:sld>
</file>

<file path=ppt/theme/theme1.xml><?xml version="1.0" encoding="utf-8"?>
<a:theme xmlns:a="http://schemas.openxmlformats.org/drawingml/2006/main" name="Trade Marketing">
  <a:themeElements>
    <a:clrScheme name="Office">
      <a:dk1>
        <a:srgbClr val="000000"/>
      </a:dk1>
      <a:lt1>
        <a:srgbClr val="FFFFFF"/>
      </a:lt1>
      <a:dk2>
        <a:srgbClr val="888888"/>
      </a:dk2>
      <a:lt2>
        <a:srgbClr val="FFBD4C"/>
      </a:lt2>
      <a:accent1>
        <a:srgbClr val="4E77A7"/>
      </a:accent1>
      <a:accent2>
        <a:srgbClr val="0C0F27"/>
      </a:accent2>
      <a:accent3>
        <a:srgbClr val="FFFFFF"/>
      </a:accent3>
      <a:accent4>
        <a:srgbClr val="888888"/>
      </a:accent4>
      <a:accent5>
        <a:srgbClr val="FFBD4C"/>
      </a:accent5>
      <a:accent6>
        <a:srgbClr val="4E77A7"/>
      </a:accent6>
      <a:hlink>
        <a:srgbClr val="0C0F2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3627</TotalTime>
  <Words>445</Words>
  <Application>Microsoft Office PowerPoint</Application>
  <PresentationFormat>Custom</PresentationFormat>
  <Paragraphs>108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Raleway</vt:lpstr>
      <vt:lpstr>Arial</vt:lpstr>
      <vt:lpstr>Calibri</vt:lpstr>
      <vt:lpstr>Montserrat</vt:lpstr>
      <vt:lpstr>Trade Marketing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احمد سمير عبد العظيم محمد عبد الجليل</cp:lastModifiedBy>
  <cp:revision>24</cp:revision>
  <dcterms:modified xsi:type="dcterms:W3CDTF">2025-05-12T13:59:35Z</dcterms:modified>
</cp:coreProperties>
</file>